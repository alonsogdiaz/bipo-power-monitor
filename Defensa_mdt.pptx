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9"/>
  </p:notesMasterIdLst>
  <p:handoutMasterIdLst>
    <p:handoutMasterId r:id="rId40"/>
  </p:handoutMasterIdLst>
  <p:sldIdLst>
    <p:sldId id="256" r:id="rId2"/>
    <p:sldId id="257" r:id="rId3"/>
    <p:sldId id="300" r:id="rId4"/>
    <p:sldId id="258" r:id="rId5"/>
    <p:sldId id="268" r:id="rId6"/>
    <p:sldId id="259" r:id="rId7"/>
    <p:sldId id="261" r:id="rId8"/>
    <p:sldId id="266" r:id="rId9"/>
    <p:sldId id="270" r:id="rId10"/>
    <p:sldId id="274" r:id="rId11"/>
    <p:sldId id="271" r:id="rId12"/>
    <p:sldId id="265" r:id="rId13"/>
    <p:sldId id="272" r:id="rId14"/>
    <p:sldId id="267" r:id="rId15"/>
    <p:sldId id="276" r:id="rId16"/>
    <p:sldId id="297" r:id="rId17"/>
    <p:sldId id="298" r:id="rId18"/>
    <p:sldId id="277" r:id="rId19"/>
    <p:sldId id="278" r:id="rId20"/>
    <p:sldId id="280" r:id="rId21"/>
    <p:sldId id="281" r:id="rId22"/>
    <p:sldId id="286" r:id="rId23"/>
    <p:sldId id="283" r:id="rId24"/>
    <p:sldId id="285" r:id="rId25"/>
    <p:sldId id="287" r:id="rId26"/>
    <p:sldId id="288" r:id="rId27"/>
    <p:sldId id="289" r:id="rId28"/>
    <p:sldId id="290" r:id="rId29"/>
    <p:sldId id="301" r:id="rId30"/>
    <p:sldId id="299" r:id="rId31"/>
    <p:sldId id="273" r:id="rId32"/>
    <p:sldId id="284" r:id="rId33"/>
    <p:sldId id="291" r:id="rId34"/>
    <p:sldId id="293" r:id="rId35"/>
    <p:sldId id="294" r:id="rId36"/>
    <p:sldId id="295" r:id="rId37"/>
    <p:sldId id="296" r:id="rId38"/>
  </p:sldIdLst>
  <p:sldSz cx="12192000" cy="6858000"/>
  <p:notesSz cx="9296400" cy="701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752C0C-68FA-4408-8E55-B8932CFA7E21}">
          <p14:sldIdLst>
            <p14:sldId id="256"/>
            <p14:sldId id="257"/>
            <p14:sldId id="300"/>
            <p14:sldId id="258"/>
            <p14:sldId id="268"/>
            <p14:sldId id="259"/>
            <p14:sldId id="261"/>
            <p14:sldId id="266"/>
            <p14:sldId id="270"/>
            <p14:sldId id="274"/>
            <p14:sldId id="271"/>
            <p14:sldId id="265"/>
            <p14:sldId id="272"/>
            <p14:sldId id="267"/>
            <p14:sldId id="276"/>
            <p14:sldId id="297"/>
            <p14:sldId id="298"/>
            <p14:sldId id="277"/>
            <p14:sldId id="278"/>
            <p14:sldId id="280"/>
            <p14:sldId id="281"/>
            <p14:sldId id="286"/>
            <p14:sldId id="283"/>
            <p14:sldId id="285"/>
            <p14:sldId id="287"/>
            <p14:sldId id="288"/>
            <p14:sldId id="289"/>
            <p14:sldId id="290"/>
            <p14:sldId id="301"/>
            <p14:sldId id="299"/>
          </p14:sldIdLst>
        </p14:section>
        <p14:section name="Anexos" id="{0EA78D9E-C8F7-4411-A4E0-32B312010E92}">
          <p14:sldIdLst>
            <p14:sldId id="273"/>
            <p14:sldId id="284"/>
            <p14:sldId id="291"/>
            <p14:sldId id="293"/>
            <p14:sldId id="294"/>
            <p14:sldId id="295"/>
            <p14:sldId id="29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FFFF00"/>
    <a:srgbClr val="FFC000"/>
    <a:srgbClr val="BFBFBF"/>
    <a:srgbClr val="FFFFFF"/>
    <a:srgbClr val="268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129" autoAdjust="0"/>
  </p:normalViewPr>
  <p:slideViewPr>
    <p:cSldViewPr snapToGrid="0">
      <p:cViewPr varScale="1">
        <p:scale>
          <a:sx n="51" d="100"/>
          <a:sy n="51" d="100"/>
        </p:scale>
        <p:origin x="296" y="2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p:scale>
          <a:sx n="75" d="100"/>
          <a:sy n="75" d="100"/>
        </p:scale>
        <p:origin x="2100"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onso Cristian Garrido Díaz" userId="a93c9f21-0a8b-4e03-a699-d55aab52ecc9" providerId="ADAL" clId="{2A45BB8A-2422-48E5-A7D9-A1788AD4FC2C}"/>
    <pc:docChg chg="undo redo custSel addSld delSld modSld sldOrd modMainMaster addSection delSection modSection modNotesMaster modHandout">
      <pc:chgData name="Alonso Cristian Garrido Díaz" userId="a93c9f21-0a8b-4e03-a699-d55aab52ecc9" providerId="ADAL" clId="{2A45BB8A-2422-48E5-A7D9-A1788AD4FC2C}" dt="2026-03-27T16:42:24.880" v="44779" actId="1076"/>
      <pc:docMkLst>
        <pc:docMk/>
      </pc:docMkLst>
      <pc:sldChg chg="addSp delSp modSp mod modNotesTx">
        <pc:chgData name="Alonso Cristian Garrido Díaz" userId="a93c9f21-0a8b-4e03-a699-d55aab52ecc9" providerId="ADAL" clId="{2A45BB8A-2422-48E5-A7D9-A1788AD4FC2C}" dt="2026-03-26T02:05:02.224" v="42510" actId="20577"/>
        <pc:sldMkLst>
          <pc:docMk/>
          <pc:sldMk cId="2257169674" sldId="256"/>
        </pc:sldMkLst>
        <pc:spChg chg="mod">
          <ac:chgData name="Alonso Cristian Garrido Díaz" userId="a93c9f21-0a8b-4e03-a699-d55aab52ecc9" providerId="ADAL" clId="{2A45BB8A-2422-48E5-A7D9-A1788AD4FC2C}" dt="2026-03-25T15:37:17.432" v="40353" actId="14100"/>
          <ac:spMkLst>
            <pc:docMk/>
            <pc:sldMk cId="2257169674" sldId="256"/>
            <ac:spMk id="2" creationId="{2CC09654-E2F2-4606-0B8E-8C76B500AD79}"/>
          </ac:spMkLst>
        </pc:spChg>
        <pc:spChg chg="mod">
          <ac:chgData name="Alonso Cristian Garrido Díaz" userId="a93c9f21-0a8b-4e03-a699-d55aab52ecc9" providerId="ADAL" clId="{2A45BB8A-2422-48E5-A7D9-A1788AD4FC2C}" dt="2026-03-22T17:39:28.476" v="35355" actId="14100"/>
          <ac:spMkLst>
            <pc:docMk/>
            <pc:sldMk cId="2257169674" sldId="256"/>
            <ac:spMk id="3" creationId="{D5C90277-36A6-4E54-D56E-5F38393A95AC}"/>
          </ac:spMkLst>
        </pc:spChg>
        <pc:spChg chg="add mod">
          <ac:chgData name="Alonso Cristian Garrido Díaz" userId="a93c9f21-0a8b-4e03-a699-d55aab52ecc9" providerId="ADAL" clId="{2A45BB8A-2422-48E5-A7D9-A1788AD4FC2C}" dt="2026-03-22T21:13:17.796" v="39712" actId="790"/>
          <ac:spMkLst>
            <pc:docMk/>
            <pc:sldMk cId="2257169674" sldId="256"/>
            <ac:spMk id="4" creationId="{43BEFB2A-4258-9D6E-3884-D131E2F4C395}"/>
          </ac:spMkLst>
        </pc:spChg>
        <pc:spChg chg="add mod">
          <ac:chgData name="Alonso Cristian Garrido Díaz" userId="a93c9f21-0a8b-4e03-a699-d55aab52ecc9" providerId="ADAL" clId="{2A45BB8A-2422-48E5-A7D9-A1788AD4FC2C}" dt="2026-03-25T15:37:14.350" v="40352" actId="1076"/>
          <ac:spMkLst>
            <pc:docMk/>
            <pc:sldMk cId="2257169674" sldId="256"/>
            <ac:spMk id="5" creationId="{8762F980-FEB2-7C7E-1D82-449F24EDE9ED}"/>
          </ac:spMkLst>
        </pc:spChg>
        <pc:spChg chg="mod">
          <ac:chgData name="Alonso Cristian Garrido Díaz" userId="a93c9f21-0a8b-4e03-a699-d55aab52ecc9" providerId="ADAL" clId="{2A45BB8A-2422-48E5-A7D9-A1788AD4FC2C}" dt="2026-03-22T21:13:17.796" v="39712" actId="790"/>
          <ac:spMkLst>
            <pc:docMk/>
            <pc:sldMk cId="2257169674" sldId="256"/>
            <ac:spMk id="6" creationId="{684568A4-3A9C-774F-1CB2-28D08A7B7409}"/>
          </ac:spMkLst>
        </pc:spChg>
        <pc:spChg chg="add del mod">
          <ac:chgData name="Alonso Cristian Garrido Díaz" userId="a93c9f21-0a8b-4e03-a699-d55aab52ecc9" providerId="ADAL" clId="{2A45BB8A-2422-48E5-A7D9-A1788AD4FC2C}" dt="2026-03-22T21:13:17.796" v="39712" actId="790"/>
          <ac:spMkLst>
            <pc:docMk/>
            <pc:sldMk cId="2257169674" sldId="256"/>
            <ac:spMk id="8" creationId="{31B27321-9E6F-11C1-C0E3-E8250F07A708}"/>
          </ac:spMkLst>
        </pc:spChg>
        <pc:spChg chg="add mod">
          <ac:chgData name="Alonso Cristian Garrido Díaz" userId="a93c9f21-0a8b-4e03-a699-d55aab52ecc9" providerId="ADAL" clId="{2A45BB8A-2422-48E5-A7D9-A1788AD4FC2C}" dt="2026-03-22T21:13:17.796" v="39712" actId="790"/>
          <ac:spMkLst>
            <pc:docMk/>
            <pc:sldMk cId="2257169674" sldId="256"/>
            <ac:spMk id="10" creationId="{8DC8CFDA-5177-1C9A-7CA3-66E47536CE2C}"/>
          </ac:spMkLst>
        </pc:spChg>
        <pc:spChg chg="add mod topLvl">
          <ac:chgData name="Alonso Cristian Garrido Díaz" userId="a93c9f21-0a8b-4e03-a699-d55aab52ecc9" providerId="ADAL" clId="{2A45BB8A-2422-48E5-A7D9-A1788AD4FC2C}" dt="2026-03-22T21:13:17.796" v="39712" actId="790"/>
          <ac:spMkLst>
            <pc:docMk/>
            <pc:sldMk cId="2257169674" sldId="256"/>
            <ac:spMk id="11" creationId="{B5D9A38B-EBFD-6904-626F-A87F9D65BA6B}"/>
          </ac:spMkLst>
        </pc:spChg>
        <pc:spChg chg="add mod">
          <ac:chgData name="Alonso Cristian Garrido Díaz" userId="a93c9f21-0a8b-4e03-a699-d55aab52ecc9" providerId="ADAL" clId="{2A45BB8A-2422-48E5-A7D9-A1788AD4FC2C}" dt="2026-03-22T21:13:17.796" v="39712" actId="790"/>
          <ac:spMkLst>
            <pc:docMk/>
            <pc:sldMk cId="2257169674" sldId="256"/>
            <ac:spMk id="12" creationId="{9EAE2D8B-915F-CAC2-6580-EE9880EAE86E}"/>
          </ac:spMkLst>
        </pc:spChg>
        <pc:spChg chg="add mod">
          <ac:chgData name="Alonso Cristian Garrido Díaz" userId="a93c9f21-0a8b-4e03-a699-d55aab52ecc9" providerId="ADAL" clId="{2A45BB8A-2422-48E5-A7D9-A1788AD4FC2C}" dt="2026-03-22T17:39:14.169" v="35354" actId="1076"/>
          <ac:spMkLst>
            <pc:docMk/>
            <pc:sldMk cId="2257169674" sldId="256"/>
            <ac:spMk id="13" creationId="{E5991066-2527-AB26-5533-CA7490CD9C73}"/>
          </ac:spMkLst>
        </pc:spChg>
        <pc:spChg chg="add mod ord topLvl">
          <ac:chgData name="Alonso Cristian Garrido Díaz" userId="a93c9f21-0a8b-4e03-a699-d55aab52ecc9" providerId="ADAL" clId="{2A45BB8A-2422-48E5-A7D9-A1788AD4FC2C}" dt="2026-03-22T21:13:17.796" v="39712" actId="790"/>
          <ac:spMkLst>
            <pc:docMk/>
            <pc:sldMk cId="2257169674" sldId="256"/>
            <ac:spMk id="14" creationId="{CD2A0557-E131-7C88-A302-6E7695D3E96E}"/>
          </ac:spMkLst>
        </pc:spChg>
        <pc:spChg chg="add mod">
          <ac:chgData name="Alonso Cristian Garrido Díaz" userId="a93c9f21-0a8b-4e03-a699-d55aab52ecc9" providerId="ADAL" clId="{2A45BB8A-2422-48E5-A7D9-A1788AD4FC2C}" dt="2026-03-25T15:37:14.350" v="40352" actId="1076"/>
          <ac:spMkLst>
            <pc:docMk/>
            <pc:sldMk cId="2257169674" sldId="256"/>
            <ac:spMk id="16" creationId="{61D16C14-269C-194C-046A-B58C7B32B3D0}"/>
          </ac:spMkLst>
        </pc:spChg>
        <pc:grpChg chg="add mod">
          <ac:chgData name="Alonso Cristian Garrido Díaz" userId="a93c9f21-0a8b-4e03-a699-d55aab52ecc9" providerId="ADAL" clId="{2A45BB8A-2422-48E5-A7D9-A1788AD4FC2C}" dt="2026-03-22T17:39:14.169" v="35354" actId="1076"/>
          <ac:grpSpMkLst>
            <pc:docMk/>
            <pc:sldMk cId="2257169674" sldId="256"/>
            <ac:grpSpMk id="7" creationId="{1FF4B3C7-7E35-6E38-B09C-383B5E9E2694}"/>
          </ac:grpSpMkLst>
        </pc:grpChg>
        <pc:picChg chg="add mod modCrop">
          <ac:chgData name="Alonso Cristian Garrido Díaz" userId="a93c9f21-0a8b-4e03-a699-d55aab52ecc9" providerId="ADAL" clId="{2A45BB8A-2422-48E5-A7D9-A1788AD4FC2C}" dt="2026-03-25T15:37:20.900" v="40354" actId="1076"/>
          <ac:picMkLst>
            <pc:docMk/>
            <pc:sldMk cId="2257169674" sldId="256"/>
            <ac:picMk id="24" creationId="{5F252C9F-D336-89F0-5D28-6BD928DB7577}"/>
          </ac:picMkLst>
        </pc:picChg>
      </pc:sldChg>
      <pc:sldChg chg="addSp delSp modSp mod ord modShow modNotes modNotesTx">
        <pc:chgData name="Alonso Cristian Garrido Díaz" userId="a93c9f21-0a8b-4e03-a699-d55aab52ecc9" providerId="ADAL" clId="{2A45BB8A-2422-48E5-A7D9-A1788AD4FC2C}" dt="2026-03-26T15:22:05.689" v="44652" actId="729"/>
        <pc:sldMkLst>
          <pc:docMk/>
          <pc:sldMk cId="1208796914" sldId="257"/>
        </pc:sldMkLst>
        <pc:spChg chg="mod">
          <ac:chgData name="Alonso Cristian Garrido Díaz" userId="a93c9f21-0a8b-4e03-a699-d55aab52ecc9" providerId="ADAL" clId="{2A45BB8A-2422-48E5-A7D9-A1788AD4FC2C}" dt="2026-03-22T21:13:17.796" v="39712" actId="790"/>
          <ac:spMkLst>
            <pc:docMk/>
            <pc:sldMk cId="1208796914" sldId="257"/>
            <ac:spMk id="2" creationId="{5D7242D1-D833-E0AA-AE63-B99C76D33C7E}"/>
          </ac:spMkLst>
        </pc:spChg>
        <pc:spChg chg="add mod">
          <ac:chgData name="Alonso Cristian Garrido Díaz" userId="a93c9f21-0a8b-4e03-a699-d55aab52ecc9" providerId="ADAL" clId="{2A45BB8A-2422-48E5-A7D9-A1788AD4FC2C}" dt="2026-03-22T21:13:17.796" v="39712" actId="790"/>
          <ac:spMkLst>
            <pc:docMk/>
            <pc:sldMk cId="1208796914" sldId="257"/>
            <ac:spMk id="3" creationId="{AB3039D3-E0A5-9CCD-7CAD-D33B137419A7}"/>
          </ac:spMkLst>
        </pc:spChg>
        <pc:spChg chg="mod">
          <ac:chgData name="Alonso Cristian Garrido Díaz" userId="a93c9f21-0a8b-4e03-a699-d55aab52ecc9" providerId="ADAL" clId="{2A45BB8A-2422-48E5-A7D9-A1788AD4FC2C}" dt="2026-03-22T21:13:17.796" v="39712" actId="790"/>
          <ac:spMkLst>
            <pc:docMk/>
            <pc:sldMk cId="1208796914" sldId="257"/>
            <ac:spMk id="6" creationId="{5B7B9FB8-099C-E0F6-4E9D-E9B0CBB65F4B}"/>
          </ac:spMkLst>
        </pc:spChg>
        <pc:spChg chg="mod">
          <ac:chgData name="Alonso Cristian Garrido Díaz" userId="a93c9f21-0a8b-4e03-a699-d55aab52ecc9" providerId="ADAL" clId="{2A45BB8A-2422-48E5-A7D9-A1788AD4FC2C}" dt="2026-03-26T15:21:46.257" v="44651" actId="27636"/>
          <ac:spMkLst>
            <pc:docMk/>
            <pc:sldMk cId="1208796914" sldId="257"/>
            <ac:spMk id="13" creationId="{D8EB9670-1C18-7E86-1B72-B79BA021FD92}"/>
          </ac:spMkLst>
        </pc:spChg>
        <pc:picChg chg="add mod ord">
          <ac:chgData name="Alonso Cristian Garrido Díaz" userId="a93c9f21-0a8b-4e03-a699-d55aab52ecc9" providerId="ADAL" clId="{2A45BB8A-2422-48E5-A7D9-A1788AD4FC2C}" dt="2026-03-21T23:44:06.924" v="29891"/>
          <ac:picMkLst>
            <pc:docMk/>
            <pc:sldMk cId="1208796914" sldId="257"/>
            <ac:picMk id="5" creationId="{E89C5F17-6529-B9CB-3D39-727BEF3EFC42}"/>
          </ac:picMkLst>
        </pc:picChg>
      </pc:sldChg>
      <pc:sldChg chg="addSp delSp modSp mod modNotesTx">
        <pc:chgData name="Alonso Cristian Garrido Díaz" userId="a93c9f21-0a8b-4e03-a699-d55aab52ecc9" providerId="ADAL" clId="{2A45BB8A-2422-48E5-A7D9-A1788AD4FC2C}" dt="2026-03-22T21:13:17.796" v="39712" actId="790"/>
        <pc:sldMkLst>
          <pc:docMk/>
          <pc:sldMk cId="1497526978" sldId="258"/>
        </pc:sldMkLst>
        <pc:spChg chg="mod">
          <ac:chgData name="Alonso Cristian Garrido Díaz" userId="a93c9f21-0a8b-4e03-a699-d55aab52ecc9" providerId="ADAL" clId="{2A45BB8A-2422-48E5-A7D9-A1788AD4FC2C}" dt="2026-03-22T21:13:17.796" v="39712" actId="790"/>
          <ac:spMkLst>
            <pc:docMk/>
            <pc:sldMk cId="1497526978" sldId="258"/>
            <ac:spMk id="2" creationId="{AD743BCC-4937-85B7-D3DF-AD46454D3E8F}"/>
          </ac:spMkLst>
        </pc:spChg>
        <pc:spChg chg="mod">
          <ac:chgData name="Alonso Cristian Garrido Díaz" userId="a93c9f21-0a8b-4e03-a699-d55aab52ecc9" providerId="ADAL" clId="{2A45BB8A-2422-48E5-A7D9-A1788AD4FC2C}" dt="2026-03-22T21:13:17.796" v="39712" actId="790"/>
          <ac:spMkLst>
            <pc:docMk/>
            <pc:sldMk cId="1497526978" sldId="258"/>
            <ac:spMk id="3" creationId="{01AA5B78-6668-A810-E63F-6BC04B8B9C24}"/>
          </ac:spMkLst>
        </pc:spChg>
        <pc:spChg chg="mod">
          <ac:chgData name="Alonso Cristian Garrido Díaz" userId="a93c9f21-0a8b-4e03-a699-d55aab52ecc9" providerId="ADAL" clId="{2A45BB8A-2422-48E5-A7D9-A1788AD4FC2C}" dt="2026-03-22T21:13:17.796" v="39712" actId="790"/>
          <ac:spMkLst>
            <pc:docMk/>
            <pc:sldMk cId="1497526978" sldId="258"/>
            <ac:spMk id="6" creationId="{C8573E69-6E60-1BD6-BB05-F0AB7BFAA5D1}"/>
          </ac:spMkLst>
        </pc:spChg>
      </pc:sldChg>
      <pc:sldChg chg="addSp delSp modSp mod modClrScheme chgLayout modNotes modNotesTx">
        <pc:chgData name="Alonso Cristian Garrido Díaz" userId="a93c9f21-0a8b-4e03-a699-d55aab52ecc9" providerId="ADAL" clId="{2A45BB8A-2422-48E5-A7D9-A1788AD4FC2C}" dt="2026-03-27T16:42:24.880" v="44779" actId="1076"/>
        <pc:sldMkLst>
          <pc:docMk/>
          <pc:sldMk cId="526400594" sldId="259"/>
        </pc:sldMkLst>
        <pc:spChg chg="mod ord">
          <ac:chgData name="Alonso Cristian Garrido Díaz" userId="a93c9f21-0a8b-4e03-a699-d55aab52ecc9" providerId="ADAL" clId="{2A45BB8A-2422-48E5-A7D9-A1788AD4FC2C}" dt="2026-03-26T17:36:58.915" v="44689" actId="1076"/>
          <ac:spMkLst>
            <pc:docMk/>
            <pc:sldMk cId="526400594" sldId="259"/>
            <ac:spMk id="2" creationId="{A0178920-6E2B-2296-8812-10150D5635F8}"/>
          </ac:spMkLst>
        </pc:spChg>
        <pc:spChg chg="mod ord">
          <ac:chgData name="Alonso Cristian Garrido Díaz" userId="a93c9f21-0a8b-4e03-a699-d55aab52ecc9" providerId="ADAL" clId="{2A45BB8A-2422-48E5-A7D9-A1788AD4FC2C}" dt="2026-03-26T17:36:52.738" v="44687" actId="700"/>
          <ac:spMkLst>
            <pc:docMk/>
            <pc:sldMk cId="526400594" sldId="259"/>
            <ac:spMk id="6" creationId="{39E3B4E0-1091-FAF6-113E-640EE2CEC9C2}"/>
          </ac:spMkLst>
        </pc:spChg>
        <pc:spChg chg="add mod">
          <ac:chgData name="Alonso Cristian Garrido Díaz" userId="a93c9f21-0a8b-4e03-a699-d55aab52ecc9" providerId="ADAL" clId="{2A45BB8A-2422-48E5-A7D9-A1788AD4FC2C}" dt="2026-03-27T16:00:10.659" v="44717" actId="14100"/>
          <ac:spMkLst>
            <pc:docMk/>
            <pc:sldMk cId="526400594" sldId="259"/>
            <ac:spMk id="19" creationId="{6BDF7F8B-D1AC-A909-D053-F8D8E8844655}"/>
          </ac:spMkLst>
        </pc:spChg>
        <pc:spChg chg="add mod">
          <ac:chgData name="Alonso Cristian Garrido Díaz" userId="a93c9f21-0a8b-4e03-a699-d55aab52ecc9" providerId="ADAL" clId="{2A45BB8A-2422-48E5-A7D9-A1788AD4FC2C}" dt="2026-03-27T16:31:11.764" v="44773" actId="20577"/>
          <ac:spMkLst>
            <pc:docMk/>
            <pc:sldMk cId="526400594" sldId="259"/>
            <ac:spMk id="20" creationId="{0967CD1F-31C0-DCBC-8051-50EE2D8E6036}"/>
          </ac:spMkLst>
        </pc:spChg>
        <pc:spChg chg="add mod">
          <ac:chgData name="Alonso Cristian Garrido Díaz" userId="a93c9f21-0a8b-4e03-a699-d55aab52ecc9" providerId="ADAL" clId="{2A45BB8A-2422-48E5-A7D9-A1788AD4FC2C}" dt="2026-03-27T16:42:20.518" v="44776" actId="1076"/>
          <ac:spMkLst>
            <pc:docMk/>
            <pc:sldMk cId="526400594" sldId="259"/>
            <ac:spMk id="21" creationId="{154BCE6B-1A28-C73B-7531-C0B9AEDB8252}"/>
          </ac:spMkLst>
        </pc:spChg>
        <pc:spChg chg="add mod">
          <ac:chgData name="Alonso Cristian Garrido Díaz" userId="a93c9f21-0a8b-4e03-a699-d55aab52ecc9" providerId="ADAL" clId="{2A45BB8A-2422-48E5-A7D9-A1788AD4FC2C}" dt="2026-03-26T18:31:48.984" v="44694" actId="1076"/>
          <ac:spMkLst>
            <pc:docMk/>
            <pc:sldMk cId="526400594" sldId="259"/>
            <ac:spMk id="22" creationId="{B082335A-1FDA-4D30-2F60-5A513F82690A}"/>
          </ac:spMkLst>
        </pc:spChg>
        <pc:spChg chg="add mod">
          <ac:chgData name="Alonso Cristian Garrido Díaz" userId="a93c9f21-0a8b-4e03-a699-d55aab52ecc9" providerId="ADAL" clId="{2A45BB8A-2422-48E5-A7D9-A1788AD4FC2C}" dt="2026-03-27T16:00:03.221" v="44715" actId="1036"/>
          <ac:spMkLst>
            <pc:docMk/>
            <pc:sldMk cId="526400594" sldId="259"/>
            <ac:spMk id="23" creationId="{911941D2-5DED-B501-6210-D9F33B136F64}"/>
          </ac:spMkLst>
        </pc:spChg>
        <pc:picChg chg="add mod ord">
          <ac:chgData name="Alonso Cristian Garrido Díaz" userId="a93c9f21-0a8b-4e03-a699-d55aab52ecc9" providerId="ADAL" clId="{2A45BB8A-2422-48E5-A7D9-A1788AD4FC2C}" dt="2026-03-26T18:31:49.981" v="44695" actId="1076"/>
          <ac:picMkLst>
            <pc:docMk/>
            <pc:sldMk cId="526400594" sldId="259"/>
            <ac:picMk id="8" creationId="{D294CB46-3B75-BFFB-C7D4-FB57C9F4E777}"/>
          </ac:picMkLst>
        </pc:picChg>
        <pc:picChg chg="mod">
          <ac:chgData name="Alonso Cristian Garrido Díaz" userId="a93c9f21-0a8b-4e03-a699-d55aab52ecc9" providerId="ADAL" clId="{2A45BB8A-2422-48E5-A7D9-A1788AD4FC2C}" dt="2026-03-27T16:42:24.880" v="44779" actId="1076"/>
          <ac:picMkLst>
            <pc:docMk/>
            <pc:sldMk cId="526400594" sldId="259"/>
            <ac:picMk id="9" creationId="{5EDB3E48-D328-1740-3C29-3330C5324449}"/>
          </ac:picMkLst>
        </pc:picChg>
        <pc:picChg chg="add mod ord">
          <ac:chgData name="Alonso Cristian Garrido Díaz" userId="a93c9f21-0a8b-4e03-a699-d55aab52ecc9" providerId="ADAL" clId="{2A45BB8A-2422-48E5-A7D9-A1788AD4FC2C}" dt="2026-03-27T16:00:06.251" v="44716" actId="14100"/>
          <ac:picMkLst>
            <pc:docMk/>
            <pc:sldMk cId="526400594" sldId="259"/>
            <ac:picMk id="16" creationId="{815C89C0-A97F-B87B-3223-50C3B4E2466B}"/>
          </ac:picMkLst>
        </pc:picChg>
      </pc:sldChg>
      <pc:sldChg chg="addSp delSp modSp mod modNotes modNotesTx">
        <pc:chgData name="Alonso Cristian Garrido Díaz" userId="a93c9f21-0a8b-4e03-a699-d55aab52ecc9" providerId="ADAL" clId="{2A45BB8A-2422-48E5-A7D9-A1788AD4FC2C}" dt="2026-03-26T01:43:02.046" v="41456"/>
        <pc:sldMkLst>
          <pc:docMk/>
          <pc:sldMk cId="3960460827" sldId="261"/>
        </pc:sldMkLst>
        <pc:spChg chg="add mod">
          <ac:chgData name="Alonso Cristian Garrido Díaz" userId="a93c9f21-0a8b-4e03-a699-d55aab52ecc9" providerId="ADAL" clId="{2A45BB8A-2422-48E5-A7D9-A1788AD4FC2C}" dt="2026-03-26T01:30:48.366" v="41273" actId="20577"/>
          <ac:spMkLst>
            <pc:docMk/>
            <pc:sldMk cId="3960460827" sldId="261"/>
            <ac:spMk id="3" creationId="{2DEAD4E9-DE00-03BE-6193-43BA613232C7}"/>
          </ac:spMkLst>
        </pc:spChg>
        <pc:spChg chg="add mod">
          <ac:chgData name="Alonso Cristian Garrido Díaz" userId="a93c9f21-0a8b-4e03-a699-d55aab52ecc9" providerId="ADAL" clId="{2A45BB8A-2422-48E5-A7D9-A1788AD4FC2C}" dt="2026-03-22T21:13:17.796" v="39712" actId="790"/>
          <ac:spMkLst>
            <pc:docMk/>
            <pc:sldMk cId="3960460827" sldId="261"/>
            <ac:spMk id="4" creationId="{AF3B313C-2742-05F6-F2A8-D1732FB2D21E}"/>
          </ac:spMkLst>
        </pc:spChg>
        <pc:spChg chg="mod">
          <ac:chgData name="Alonso Cristian Garrido Díaz" userId="a93c9f21-0a8b-4e03-a699-d55aab52ecc9" providerId="ADAL" clId="{2A45BB8A-2422-48E5-A7D9-A1788AD4FC2C}" dt="2026-03-22T21:13:17.796" v="39712" actId="790"/>
          <ac:spMkLst>
            <pc:docMk/>
            <pc:sldMk cId="3960460827" sldId="261"/>
            <ac:spMk id="6" creationId="{C21488D0-CCC3-DD0D-4268-756918B8A7A8}"/>
          </ac:spMkLst>
        </pc:spChg>
        <pc:spChg chg="mod">
          <ac:chgData name="Alonso Cristian Garrido Díaz" userId="a93c9f21-0a8b-4e03-a699-d55aab52ecc9" providerId="ADAL" clId="{2A45BB8A-2422-48E5-A7D9-A1788AD4FC2C}" dt="2026-03-22T21:13:17.796" v="39712" actId="790"/>
          <ac:spMkLst>
            <pc:docMk/>
            <pc:sldMk cId="3960460827" sldId="261"/>
            <ac:spMk id="17" creationId="{9B7E6051-897A-7BF2-DBBC-391BF752F3D4}"/>
          </ac:spMkLst>
        </pc:spChg>
        <pc:spChg chg="mod">
          <ac:chgData name="Alonso Cristian Garrido Díaz" userId="a93c9f21-0a8b-4e03-a699-d55aab52ecc9" providerId="ADAL" clId="{2A45BB8A-2422-48E5-A7D9-A1788AD4FC2C}" dt="2026-03-22T21:13:17.796" v="39712" actId="790"/>
          <ac:spMkLst>
            <pc:docMk/>
            <pc:sldMk cId="3960460827" sldId="261"/>
            <ac:spMk id="18" creationId="{30014ABF-A15D-8868-0220-50F156A91990}"/>
          </ac:spMkLst>
        </pc:spChg>
        <pc:picChg chg="add mod">
          <ac:chgData name="Alonso Cristian Garrido Díaz" userId="a93c9f21-0a8b-4e03-a699-d55aab52ecc9" providerId="ADAL" clId="{2A45BB8A-2422-48E5-A7D9-A1788AD4FC2C}" dt="2026-03-21T21:53:28.352" v="26525" actId="1076"/>
          <ac:picMkLst>
            <pc:docMk/>
            <pc:sldMk cId="3960460827" sldId="261"/>
            <ac:picMk id="2" creationId="{016651B5-1775-AA49-7CCA-B083779B4CDC}"/>
          </ac:picMkLst>
        </pc:picChg>
        <pc:picChg chg="mod">
          <ac:chgData name="Alonso Cristian Garrido Díaz" userId="a93c9f21-0a8b-4e03-a699-d55aab52ecc9" providerId="ADAL" clId="{2A45BB8A-2422-48E5-A7D9-A1788AD4FC2C}" dt="2026-03-19T20:42:41.727" v="19035"/>
          <ac:picMkLst>
            <pc:docMk/>
            <pc:sldMk cId="3960460827" sldId="261"/>
            <ac:picMk id="10" creationId="{BE7FF11E-D086-A8E5-9F17-6933B9E2A913}"/>
          </ac:picMkLst>
        </pc:picChg>
        <pc:picChg chg="mod">
          <ac:chgData name="Alonso Cristian Garrido Díaz" userId="a93c9f21-0a8b-4e03-a699-d55aab52ecc9" providerId="ADAL" clId="{2A45BB8A-2422-48E5-A7D9-A1788AD4FC2C}" dt="2026-03-22T20:35:01.471" v="38007" actId="1076"/>
          <ac:picMkLst>
            <pc:docMk/>
            <pc:sldMk cId="3960460827" sldId="261"/>
            <ac:picMk id="38" creationId="{C52519C7-CDC2-DE3F-A248-D58B40F619FE}"/>
          </ac:picMkLst>
        </pc:picChg>
      </pc:sldChg>
      <pc:sldChg chg="addSp delSp modSp mod ord modClrScheme chgLayout modNotes modNotesTx">
        <pc:chgData name="Alonso Cristian Garrido Díaz" userId="a93c9f21-0a8b-4e03-a699-d55aab52ecc9" providerId="ADAL" clId="{2A45BB8A-2422-48E5-A7D9-A1788AD4FC2C}" dt="2026-03-26T01:43:02.046" v="41456"/>
        <pc:sldMkLst>
          <pc:docMk/>
          <pc:sldMk cId="2667784864" sldId="265"/>
        </pc:sldMkLst>
        <pc:spChg chg="mod ord">
          <ac:chgData name="Alonso Cristian Garrido Díaz" userId="a93c9f21-0a8b-4e03-a699-d55aab52ecc9" providerId="ADAL" clId="{2A45BB8A-2422-48E5-A7D9-A1788AD4FC2C}" dt="2026-03-22T21:13:17.796" v="39712" actId="790"/>
          <ac:spMkLst>
            <pc:docMk/>
            <pc:sldMk cId="2667784864" sldId="265"/>
            <ac:spMk id="2" creationId="{F968C4D4-4A73-44A1-C82F-09CA44F6979F}"/>
          </ac:spMkLst>
        </pc:spChg>
        <pc:spChg chg="add mod">
          <ac:chgData name="Alonso Cristian Garrido Díaz" userId="a93c9f21-0a8b-4e03-a699-d55aab52ecc9" providerId="ADAL" clId="{2A45BB8A-2422-48E5-A7D9-A1788AD4FC2C}" dt="2026-03-22T21:13:17.796" v="39712" actId="790"/>
          <ac:spMkLst>
            <pc:docMk/>
            <pc:sldMk cId="2667784864" sldId="265"/>
            <ac:spMk id="3" creationId="{A1026259-1DB4-1282-E791-DA481A3DA7CF}"/>
          </ac:spMkLst>
        </pc:spChg>
        <pc:spChg chg="add mod">
          <ac:chgData name="Alonso Cristian Garrido Díaz" userId="a93c9f21-0a8b-4e03-a699-d55aab52ecc9" providerId="ADAL" clId="{2A45BB8A-2422-48E5-A7D9-A1788AD4FC2C}" dt="2026-03-22T21:13:17.796" v="39712" actId="790"/>
          <ac:spMkLst>
            <pc:docMk/>
            <pc:sldMk cId="2667784864" sldId="265"/>
            <ac:spMk id="4" creationId="{733C8D7E-1F60-AC76-3C07-E1CC65D7DD9A}"/>
          </ac:spMkLst>
        </pc:spChg>
        <pc:spChg chg="mod ord">
          <ac:chgData name="Alonso Cristian Garrido Díaz" userId="a93c9f21-0a8b-4e03-a699-d55aab52ecc9" providerId="ADAL" clId="{2A45BB8A-2422-48E5-A7D9-A1788AD4FC2C}" dt="2026-03-22T21:13:17.796" v="39712" actId="790"/>
          <ac:spMkLst>
            <pc:docMk/>
            <pc:sldMk cId="2667784864" sldId="265"/>
            <ac:spMk id="6" creationId="{F2FDCC30-9E76-0D69-11D1-B4A78B898239}"/>
          </ac:spMkLst>
        </pc:spChg>
        <pc:picChg chg="mod ord">
          <ac:chgData name="Alonso Cristian Garrido Díaz" userId="a93c9f21-0a8b-4e03-a699-d55aab52ecc9" providerId="ADAL" clId="{2A45BB8A-2422-48E5-A7D9-A1788AD4FC2C}" dt="2026-03-22T00:30:21.827" v="34932" actId="1076"/>
          <ac:picMkLst>
            <pc:docMk/>
            <pc:sldMk cId="2667784864" sldId="265"/>
            <ac:picMk id="8" creationId="{002CA61B-5F22-C36C-C7DF-D5C4B0EAB554}"/>
          </ac:picMkLst>
        </pc:picChg>
        <pc:picChg chg="add mod">
          <ac:chgData name="Alonso Cristian Garrido Díaz" userId="a93c9f21-0a8b-4e03-a699-d55aab52ecc9" providerId="ADAL" clId="{2A45BB8A-2422-48E5-A7D9-A1788AD4FC2C}" dt="2026-03-22T00:33:34.252" v="35270" actId="1076"/>
          <ac:picMkLst>
            <pc:docMk/>
            <pc:sldMk cId="2667784864" sldId="265"/>
            <ac:picMk id="15" creationId="{3FC11DD4-FF06-2516-AF99-4FA748B4CFD1}"/>
          </ac:picMkLst>
        </pc:picChg>
      </pc:sldChg>
      <pc:sldChg chg="addSp delSp modSp mod modClrScheme chgLayout modNotes modNotesTx">
        <pc:chgData name="Alonso Cristian Garrido Díaz" userId="a93c9f21-0a8b-4e03-a699-d55aab52ecc9" providerId="ADAL" clId="{2A45BB8A-2422-48E5-A7D9-A1788AD4FC2C}" dt="2026-03-26T01:43:02.046" v="41456"/>
        <pc:sldMkLst>
          <pc:docMk/>
          <pc:sldMk cId="3012795483" sldId="266"/>
        </pc:sldMkLst>
        <pc:spChg chg="mod ord">
          <ac:chgData name="Alonso Cristian Garrido Díaz" userId="a93c9f21-0a8b-4e03-a699-d55aab52ecc9" providerId="ADAL" clId="{2A45BB8A-2422-48E5-A7D9-A1788AD4FC2C}" dt="2026-03-22T21:13:17.796" v="39712" actId="790"/>
          <ac:spMkLst>
            <pc:docMk/>
            <pc:sldMk cId="3012795483" sldId="266"/>
            <ac:spMk id="2" creationId="{E866D08D-6510-7232-F8FD-747EAB3C5365}"/>
          </ac:spMkLst>
        </pc:spChg>
        <pc:spChg chg="add mod">
          <ac:chgData name="Alonso Cristian Garrido Díaz" userId="a93c9f21-0a8b-4e03-a699-d55aab52ecc9" providerId="ADAL" clId="{2A45BB8A-2422-48E5-A7D9-A1788AD4FC2C}" dt="2026-03-24T19:48:01.404" v="39954" actId="1076"/>
          <ac:spMkLst>
            <pc:docMk/>
            <pc:sldMk cId="3012795483" sldId="266"/>
            <ac:spMk id="3" creationId="{38D0DBCB-B12C-9000-7C20-04EC397B9CB7}"/>
          </ac:spMkLst>
        </pc:spChg>
        <pc:spChg chg="add mod ord">
          <ac:chgData name="Alonso Cristian Garrido Díaz" userId="a93c9f21-0a8b-4e03-a699-d55aab52ecc9" providerId="ADAL" clId="{2A45BB8A-2422-48E5-A7D9-A1788AD4FC2C}" dt="2026-03-24T19:47:30.560" v="39950" actId="167"/>
          <ac:spMkLst>
            <pc:docMk/>
            <pc:sldMk cId="3012795483" sldId="266"/>
            <ac:spMk id="5" creationId="{4E37A65A-05B3-B9F3-1B7A-75CD9B6A2D78}"/>
          </ac:spMkLst>
        </pc:spChg>
        <pc:spChg chg="mod ord">
          <ac:chgData name="Alonso Cristian Garrido Díaz" userId="a93c9f21-0a8b-4e03-a699-d55aab52ecc9" providerId="ADAL" clId="{2A45BB8A-2422-48E5-A7D9-A1788AD4FC2C}" dt="2026-03-22T21:13:17.796" v="39712" actId="790"/>
          <ac:spMkLst>
            <pc:docMk/>
            <pc:sldMk cId="3012795483" sldId="266"/>
            <ac:spMk id="6" creationId="{0AD69049-6B52-72C3-D0B6-66303F05ABE5}"/>
          </ac:spMkLst>
        </pc:spChg>
        <pc:spChg chg="add mod">
          <ac:chgData name="Alonso Cristian Garrido Díaz" userId="a93c9f21-0a8b-4e03-a699-d55aab52ecc9" providerId="ADAL" clId="{2A45BB8A-2422-48E5-A7D9-A1788AD4FC2C}" dt="2026-03-24T19:47:15.581" v="39947" actId="1076"/>
          <ac:spMkLst>
            <pc:docMk/>
            <pc:sldMk cId="3012795483" sldId="266"/>
            <ac:spMk id="8" creationId="{8AF902D7-1E6E-852A-2DDC-6102C87FB510}"/>
          </ac:spMkLst>
        </pc:spChg>
        <pc:spChg chg="mod ord">
          <ac:chgData name="Alonso Cristian Garrido Díaz" userId="a93c9f21-0a8b-4e03-a699-d55aab52ecc9" providerId="ADAL" clId="{2A45BB8A-2422-48E5-A7D9-A1788AD4FC2C}" dt="2026-03-24T19:48:13.114" v="39958" actId="1076"/>
          <ac:spMkLst>
            <pc:docMk/>
            <pc:sldMk cId="3012795483" sldId="266"/>
            <ac:spMk id="16" creationId="{ADAE8549-4F65-430C-650F-A2D65C96CC06}"/>
          </ac:spMkLst>
        </pc:spChg>
        <pc:picChg chg="add mod ord">
          <ac:chgData name="Alonso Cristian Garrido Díaz" userId="a93c9f21-0a8b-4e03-a699-d55aab52ecc9" providerId="ADAL" clId="{2A45BB8A-2422-48E5-A7D9-A1788AD4FC2C}" dt="2026-03-24T19:47:25.375" v="39949" actId="167"/>
          <ac:picMkLst>
            <pc:docMk/>
            <pc:sldMk cId="3012795483" sldId="266"/>
            <ac:picMk id="7" creationId="{B92FCD3D-E0E5-2687-7C23-6E8C5722627E}"/>
          </ac:picMkLst>
        </pc:picChg>
        <pc:picChg chg="mod ord">
          <ac:chgData name="Alonso Cristian Garrido Díaz" userId="a93c9f21-0a8b-4e03-a699-d55aab52ecc9" providerId="ADAL" clId="{2A45BB8A-2422-48E5-A7D9-A1788AD4FC2C}" dt="2026-03-24T19:47:51.343" v="39953" actId="167"/>
          <ac:picMkLst>
            <pc:docMk/>
            <pc:sldMk cId="3012795483" sldId="266"/>
            <ac:picMk id="10" creationId="{10D2F247-2538-587E-724F-FE1D1EDF200B}"/>
          </ac:picMkLst>
        </pc:picChg>
        <pc:picChg chg="mod ord">
          <ac:chgData name="Alonso Cristian Garrido Díaz" userId="a93c9f21-0a8b-4e03-a699-d55aab52ecc9" providerId="ADAL" clId="{2A45BB8A-2422-48E5-A7D9-A1788AD4FC2C}" dt="2026-03-24T19:48:01.404" v="39954" actId="1076"/>
          <ac:picMkLst>
            <pc:docMk/>
            <pc:sldMk cId="3012795483" sldId="266"/>
            <ac:picMk id="14" creationId="{9DEB5165-6F5D-0ADE-A615-7F32F433D680}"/>
          </ac:picMkLst>
        </pc:picChg>
      </pc:sldChg>
      <pc:sldChg chg="addSp modSp mod ord modNotes modNotesTx">
        <pc:chgData name="Alonso Cristian Garrido Díaz" userId="a93c9f21-0a8b-4e03-a699-d55aab52ecc9" providerId="ADAL" clId="{2A45BB8A-2422-48E5-A7D9-A1788AD4FC2C}" dt="2026-03-26T01:43:02.046" v="41456"/>
        <pc:sldMkLst>
          <pc:docMk/>
          <pc:sldMk cId="2670055959" sldId="267"/>
        </pc:sldMkLst>
        <pc:spChg chg="mod">
          <ac:chgData name="Alonso Cristian Garrido Díaz" userId="a93c9f21-0a8b-4e03-a699-d55aab52ecc9" providerId="ADAL" clId="{2A45BB8A-2422-48E5-A7D9-A1788AD4FC2C}" dt="2026-03-22T21:13:17.796" v="39712" actId="790"/>
          <ac:spMkLst>
            <pc:docMk/>
            <pc:sldMk cId="2670055959" sldId="267"/>
            <ac:spMk id="2" creationId="{F83F7BCD-CC02-19F3-8674-CBD99BFA3F05}"/>
          </ac:spMkLst>
        </pc:spChg>
        <pc:spChg chg="add mod">
          <ac:chgData name="Alonso Cristian Garrido Díaz" userId="a93c9f21-0a8b-4e03-a699-d55aab52ecc9" providerId="ADAL" clId="{2A45BB8A-2422-48E5-A7D9-A1788AD4FC2C}" dt="2026-03-22T21:13:17.796" v="39712" actId="790"/>
          <ac:spMkLst>
            <pc:docMk/>
            <pc:sldMk cId="2670055959" sldId="267"/>
            <ac:spMk id="3" creationId="{7D7F650A-74DB-1A8D-E30D-70ED4CA42BD5}"/>
          </ac:spMkLst>
        </pc:spChg>
        <pc:spChg chg="mod">
          <ac:chgData name="Alonso Cristian Garrido Díaz" userId="a93c9f21-0a8b-4e03-a699-d55aab52ecc9" providerId="ADAL" clId="{2A45BB8A-2422-48E5-A7D9-A1788AD4FC2C}" dt="2026-03-22T21:13:17.796" v="39712" actId="790"/>
          <ac:spMkLst>
            <pc:docMk/>
            <pc:sldMk cId="2670055959" sldId="267"/>
            <ac:spMk id="6" creationId="{9498DFD5-7153-369C-8439-48812C70FA6C}"/>
          </ac:spMkLst>
        </pc:spChg>
        <pc:spChg chg="add mod">
          <ac:chgData name="Alonso Cristian Garrido Díaz" userId="a93c9f21-0a8b-4e03-a699-d55aab52ecc9" providerId="ADAL" clId="{2A45BB8A-2422-48E5-A7D9-A1788AD4FC2C}" dt="2026-03-22T21:13:17.796" v="39712" actId="790"/>
          <ac:spMkLst>
            <pc:docMk/>
            <pc:sldMk cId="2670055959" sldId="267"/>
            <ac:spMk id="7" creationId="{5E8D302C-5F87-60A7-A9C8-29717601569B}"/>
          </ac:spMkLst>
        </pc:spChg>
        <pc:spChg chg="add mod">
          <ac:chgData name="Alonso Cristian Garrido Díaz" userId="a93c9f21-0a8b-4e03-a699-d55aab52ecc9" providerId="ADAL" clId="{2A45BB8A-2422-48E5-A7D9-A1788AD4FC2C}" dt="2026-03-22T21:13:17.796" v="39712" actId="790"/>
          <ac:spMkLst>
            <pc:docMk/>
            <pc:sldMk cId="2670055959" sldId="267"/>
            <ac:spMk id="8" creationId="{F21933DB-C3B7-019A-5567-9E673CF5F09D}"/>
          </ac:spMkLst>
        </pc:spChg>
        <pc:spChg chg="add mod">
          <ac:chgData name="Alonso Cristian Garrido Díaz" userId="a93c9f21-0a8b-4e03-a699-d55aab52ecc9" providerId="ADAL" clId="{2A45BB8A-2422-48E5-A7D9-A1788AD4FC2C}" dt="2026-03-22T21:13:17.796" v="39712" actId="790"/>
          <ac:spMkLst>
            <pc:docMk/>
            <pc:sldMk cId="2670055959" sldId="267"/>
            <ac:spMk id="9" creationId="{0E5B4723-EFFE-1692-7D72-3E33735C4AE7}"/>
          </ac:spMkLst>
        </pc:spChg>
        <pc:spChg chg="add mod">
          <ac:chgData name="Alonso Cristian Garrido Díaz" userId="a93c9f21-0a8b-4e03-a699-d55aab52ecc9" providerId="ADAL" clId="{2A45BB8A-2422-48E5-A7D9-A1788AD4FC2C}" dt="2026-03-22T21:13:17.796" v="39712" actId="790"/>
          <ac:spMkLst>
            <pc:docMk/>
            <pc:sldMk cId="2670055959" sldId="267"/>
            <ac:spMk id="19" creationId="{92F8F8A8-1647-3B51-0C3A-ABC95D7E6656}"/>
          </ac:spMkLst>
        </pc:spChg>
        <pc:picChg chg="add mod">
          <ac:chgData name="Alonso Cristian Garrido Díaz" userId="a93c9f21-0a8b-4e03-a699-d55aab52ecc9" providerId="ADAL" clId="{2A45BB8A-2422-48E5-A7D9-A1788AD4FC2C}" dt="2026-03-21T22:50:41.782" v="26587" actId="1076"/>
          <ac:picMkLst>
            <pc:docMk/>
            <pc:sldMk cId="2670055959" sldId="267"/>
            <ac:picMk id="4" creationId="{BC24DDE4-2898-E61A-997A-1B7B73FECEDC}"/>
          </ac:picMkLst>
        </pc:picChg>
        <pc:picChg chg="mod">
          <ac:chgData name="Alonso Cristian Garrido Díaz" userId="a93c9f21-0a8b-4e03-a699-d55aab52ecc9" providerId="ADAL" clId="{2A45BB8A-2422-48E5-A7D9-A1788AD4FC2C}" dt="2026-03-21T22:27:58.339" v="26576" actId="14100"/>
          <ac:picMkLst>
            <pc:docMk/>
            <pc:sldMk cId="2670055959" sldId="267"/>
            <ac:picMk id="18" creationId="{6E6E2A91-EAA2-AD6F-F3B6-BE9A9C980363}"/>
          </ac:picMkLst>
        </pc:picChg>
      </pc:sldChg>
      <pc:sldChg chg="addSp delSp modSp mod ord modNotes modNotesTx">
        <pc:chgData name="Alonso Cristian Garrido Díaz" userId="a93c9f21-0a8b-4e03-a699-d55aab52ecc9" providerId="ADAL" clId="{2A45BB8A-2422-48E5-A7D9-A1788AD4FC2C}" dt="2026-03-26T17:05:20.717" v="44685" actId="20577"/>
        <pc:sldMkLst>
          <pc:docMk/>
          <pc:sldMk cId="1753501673" sldId="268"/>
        </pc:sldMkLst>
        <pc:spChg chg="mod">
          <ac:chgData name="Alonso Cristian Garrido Díaz" userId="a93c9f21-0a8b-4e03-a699-d55aab52ecc9" providerId="ADAL" clId="{2A45BB8A-2422-48E5-A7D9-A1788AD4FC2C}" dt="2026-03-22T21:13:17.796" v="39712" actId="790"/>
          <ac:spMkLst>
            <pc:docMk/>
            <pc:sldMk cId="1753501673" sldId="268"/>
            <ac:spMk id="2" creationId="{02B1AE43-E2B7-E519-9C2F-FAF018BD1C19}"/>
          </ac:spMkLst>
        </pc:spChg>
        <pc:spChg chg="add mod">
          <ac:chgData name="Alonso Cristian Garrido Díaz" userId="a93c9f21-0a8b-4e03-a699-d55aab52ecc9" providerId="ADAL" clId="{2A45BB8A-2422-48E5-A7D9-A1788AD4FC2C}" dt="2026-03-26T17:05:20.717" v="44685" actId="20577"/>
          <ac:spMkLst>
            <pc:docMk/>
            <pc:sldMk cId="1753501673" sldId="268"/>
            <ac:spMk id="3" creationId="{8C8E5C0F-9DD8-CC43-F42B-7A0FE1C8C8B6}"/>
          </ac:spMkLst>
        </pc:spChg>
        <pc:spChg chg="add mod">
          <ac:chgData name="Alonso Cristian Garrido Díaz" userId="a93c9f21-0a8b-4e03-a699-d55aab52ecc9" providerId="ADAL" clId="{2A45BB8A-2422-48E5-A7D9-A1788AD4FC2C}" dt="2026-03-22T21:13:17.796" v="39712" actId="790"/>
          <ac:spMkLst>
            <pc:docMk/>
            <pc:sldMk cId="1753501673" sldId="268"/>
            <ac:spMk id="4" creationId="{C5621EB9-8F8E-7A4F-3AC1-364264AD2658}"/>
          </ac:spMkLst>
        </pc:spChg>
        <pc:spChg chg="mod">
          <ac:chgData name="Alonso Cristian Garrido Díaz" userId="a93c9f21-0a8b-4e03-a699-d55aab52ecc9" providerId="ADAL" clId="{2A45BB8A-2422-48E5-A7D9-A1788AD4FC2C}" dt="2026-03-22T21:13:17.796" v="39712" actId="790"/>
          <ac:spMkLst>
            <pc:docMk/>
            <pc:sldMk cId="1753501673" sldId="268"/>
            <ac:spMk id="6" creationId="{3ECBEEB9-21D7-1DAC-4FD6-05DFC33C0791}"/>
          </ac:spMkLst>
        </pc:spChg>
        <pc:picChg chg="mod">
          <ac:chgData name="Alonso Cristian Garrido Díaz" userId="a93c9f21-0a8b-4e03-a699-d55aab52ecc9" providerId="ADAL" clId="{2A45BB8A-2422-48E5-A7D9-A1788AD4FC2C}" dt="2026-03-22T00:56:17.824" v="35345" actId="1076"/>
          <ac:picMkLst>
            <pc:docMk/>
            <pc:sldMk cId="1753501673" sldId="268"/>
            <ac:picMk id="10" creationId="{F22C560F-4F6E-E44A-2E57-5B31D331148E}"/>
          </ac:picMkLst>
        </pc:picChg>
      </pc:sldChg>
      <pc:sldChg chg="addSp delSp modSp mod ord modClrScheme chgLayout modNotes modNotesTx">
        <pc:chgData name="Alonso Cristian Garrido Díaz" userId="a93c9f21-0a8b-4e03-a699-d55aab52ecc9" providerId="ADAL" clId="{2A45BB8A-2422-48E5-A7D9-A1788AD4FC2C}" dt="2026-03-26T01:43:02.046" v="41456"/>
        <pc:sldMkLst>
          <pc:docMk/>
          <pc:sldMk cId="1726837626" sldId="270"/>
        </pc:sldMkLst>
        <pc:spChg chg="add mod">
          <ac:chgData name="Alonso Cristian Garrido Díaz" userId="a93c9f21-0a8b-4e03-a699-d55aab52ecc9" providerId="ADAL" clId="{2A45BB8A-2422-48E5-A7D9-A1788AD4FC2C}" dt="2026-03-24T19:49:08.112" v="39973" actId="1076"/>
          <ac:spMkLst>
            <pc:docMk/>
            <pc:sldMk cId="1726837626" sldId="270"/>
            <ac:spMk id="3" creationId="{845C838B-3028-9508-4697-2B7458175991}"/>
          </ac:spMkLst>
        </pc:spChg>
        <pc:spChg chg="add mod">
          <ac:chgData name="Alonso Cristian Garrido Díaz" userId="a93c9f21-0a8b-4e03-a699-d55aab52ecc9" providerId="ADAL" clId="{2A45BB8A-2422-48E5-A7D9-A1788AD4FC2C}" dt="2026-03-24T19:49:17.666" v="39974" actId="1076"/>
          <ac:spMkLst>
            <pc:docMk/>
            <pc:sldMk cId="1726837626" sldId="270"/>
            <ac:spMk id="4" creationId="{F1399144-3CA8-FE7E-74D3-E985027C33EE}"/>
          </ac:spMkLst>
        </pc:spChg>
        <pc:spChg chg="mod ord">
          <ac:chgData name="Alonso Cristian Garrido Díaz" userId="a93c9f21-0a8b-4e03-a699-d55aab52ecc9" providerId="ADAL" clId="{2A45BB8A-2422-48E5-A7D9-A1788AD4FC2C}" dt="2026-03-22T21:13:17.796" v="39712" actId="790"/>
          <ac:spMkLst>
            <pc:docMk/>
            <pc:sldMk cId="1726837626" sldId="270"/>
            <ac:spMk id="6" creationId="{CCE458C5-27AA-67CD-D5D3-8BB2BC7FCFF0}"/>
          </ac:spMkLst>
        </pc:spChg>
        <pc:spChg chg="add mod">
          <ac:chgData name="Alonso Cristian Garrido Díaz" userId="a93c9f21-0a8b-4e03-a699-d55aab52ecc9" providerId="ADAL" clId="{2A45BB8A-2422-48E5-A7D9-A1788AD4FC2C}" dt="2026-03-24T19:49:17.666" v="39974" actId="1076"/>
          <ac:spMkLst>
            <pc:docMk/>
            <pc:sldMk cId="1726837626" sldId="270"/>
            <ac:spMk id="10" creationId="{D8CBD6BC-D956-E48C-721D-07089D378DA0}"/>
          </ac:spMkLst>
        </pc:spChg>
        <pc:spChg chg="add mod">
          <ac:chgData name="Alonso Cristian Garrido Díaz" userId="a93c9f21-0a8b-4e03-a699-d55aab52ecc9" providerId="ADAL" clId="{2A45BB8A-2422-48E5-A7D9-A1788AD4FC2C}" dt="2026-03-24T19:49:08.112" v="39973" actId="1076"/>
          <ac:spMkLst>
            <pc:docMk/>
            <pc:sldMk cId="1726837626" sldId="270"/>
            <ac:spMk id="11" creationId="{4AEF6656-8B17-6731-1EDC-BA79D66F7281}"/>
          </ac:spMkLst>
        </pc:spChg>
        <pc:spChg chg="mod ord">
          <ac:chgData name="Alonso Cristian Garrido Díaz" userId="a93c9f21-0a8b-4e03-a699-d55aab52ecc9" providerId="ADAL" clId="{2A45BB8A-2422-48E5-A7D9-A1788AD4FC2C}" dt="2026-03-24T19:49:17.666" v="39974" actId="1076"/>
          <ac:spMkLst>
            <pc:docMk/>
            <pc:sldMk cId="1726837626" sldId="270"/>
            <ac:spMk id="19" creationId="{F65CC8EE-5445-1963-0812-5EFD392175BF}"/>
          </ac:spMkLst>
        </pc:spChg>
        <pc:spChg chg="mod ord">
          <ac:chgData name="Alonso Cristian Garrido Díaz" userId="a93c9f21-0a8b-4e03-a699-d55aab52ecc9" providerId="ADAL" clId="{2A45BB8A-2422-48E5-A7D9-A1788AD4FC2C}" dt="2026-03-24T19:49:08.112" v="39973" actId="1076"/>
          <ac:spMkLst>
            <pc:docMk/>
            <pc:sldMk cId="1726837626" sldId="270"/>
            <ac:spMk id="21" creationId="{40C4EDA5-F4D3-E37E-06B9-B72639745E7F}"/>
          </ac:spMkLst>
        </pc:spChg>
        <pc:picChg chg="mod ord">
          <ac:chgData name="Alonso Cristian Garrido Díaz" userId="a93c9f21-0a8b-4e03-a699-d55aab52ecc9" providerId="ADAL" clId="{2A45BB8A-2422-48E5-A7D9-A1788AD4FC2C}" dt="2026-03-24T19:49:08.112" v="39973" actId="1076"/>
          <ac:picMkLst>
            <pc:docMk/>
            <pc:sldMk cId="1726837626" sldId="270"/>
            <ac:picMk id="9" creationId="{B4A409AF-8351-3442-4018-5CE187BBB152}"/>
          </ac:picMkLst>
        </pc:picChg>
        <pc:picChg chg="mod ord modCrop">
          <ac:chgData name="Alonso Cristian Garrido Díaz" userId="a93c9f21-0a8b-4e03-a699-d55aab52ecc9" providerId="ADAL" clId="{2A45BB8A-2422-48E5-A7D9-A1788AD4FC2C}" dt="2026-03-24T19:49:17.666" v="39974" actId="1076"/>
          <ac:picMkLst>
            <pc:docMk/>
            <pc:sldMk cId="1726837626" sldId="270"/>
            <ac:picMk id="16" creationId="{7CFC6E36-CEBD-8ACC-C3CB-24DE26457FB6}"/>
          </ac:picMkLst>
        </pc:picChg>
      </pc:sldChg>
      <pc:sldChg chg="addSp delSp modSp mod ord modNotes modNotesTx">
        <pc:chgData name="Alonso Cristian Garrido Díaz" userId="a93c9f21-0a8b-4e03-a699-d55aab52ecc9" providerId="ADAL" clId="{2A45BB8A-2422-48E5-A7D9-A1788AD4FC2C}" dt="2026-03-26T01:43:02.046" v="41456"/>
        <pc:sldMkLst>
          <pc:docMk/>
          <pc:sldMk cId="2737168539" sldId="271"/>
        </pc:sldMkLst>
        <pc:spChg chg="mod">
          <ac:chgData name="Alonso Cristian Garrido Díaz" userId="a93c9f21-0a8b-4e03-a699-d55aab52ecc9" providerId="ADAL" clId="{2A45BB8A-2422-48E5-A7D9-A1788AD4FC2C}" dt="2026-03-22T21:13:17.796" v="39712" actId="790"/>
          <ac:spMkLst>
            <pc:docMk/>
            <pc:sldMk cId="2737168539" sldId="271"/>
            <ac:spMk id="2" creationId="{A914FD67-A160-198D-EC0D-D88F5D223DD1}"/>
          </ac:spMkLst>
        </pc:spChg>
        <pc:spChg chg="add mod">
          <ac:chgData name="Alonso Cristian Garrido Díaz" userId="a93c9f21-0a8b-4e03-a699-d55aab52ecc9" providerId="ADAL" clId="{2A45BB8A-2422-48E5-A7D9-A1788AD4FC2C}" dt="2026-03-22T21:13:17.796" v="39712" actId="790"/>
          <ac:spMkLst>
            <pc:docMk/>
            <pc:sldMk cId="2737168539" sldId="271"/>
            <ac:spMk id="4" creationId="{64E86FB8-43DF-BE1B-E97D-63DD564EE2FC}"/>
          </ac:spMkLst>
        </pc:spChg>
        <pc:spChg chg="add mod">
          <ac:chgData name="Alonso Cristian Garrido Díaz" userId="a93c9f21-0a8b-4e03-a699-d55aab52ecc9" providerId="ADAL" clId="{2A45BB8A-2422-48E5-A7D9-A1788AD4FC2C}" dt="2026-03-25T19:07:03.360" v="41031" actId="20577"/>
          <ac:spMkLst>
            <pc:docMk/>
            <pc:sldMk cId="2737168539" sldId="271"/>
            <ac:spMk id="5" creationId="{A124B085-E7A1-1524-55F1-3950225B33BB}"/>
          </ac:spMkLst>
        </pc:spChg>
        <pc:spChg chg="mod">
          <ac:chgData name="Alonso Cristian Garrido Díaz" userId="a93c9f21-0a8b-4e03-a699-d55aab52ecc9" providerId="ADAL" clId="{2A45BB8A-2422-48E5-A7D9-A1788AD4FC2C}" dt="2026-03-22T21:13:17.796" v="39712" actId="790"/>
          <ac:spMkLst>
            <pc:docMk/>
            <pc:sldMk cId="2737168539" sldId="271"/>
            <ac:spMk id="6" creationId="{B29D1040-7737-222D-08DC-FDCFE14DA0C2}"/>
          </ac:spMkLst>
        </pc:spChg>
        <pc:picChg chg="mod">
          <ac:chgData name="Alonso Cristian Garrido Díaz" userId="a93c9f21-0a8b-4e03-a699-d55aab52ecc9" providerId="ADAL" clId="{2A45BB8A-2422-48E5-A7D9-A1788AD4FC2C}" dt="2026-03-22T00:24:24.209" v="34343" actId="1076"/>
          <ac:picMkLst>
            <pc:docMk/>
            <pc:sldMk cId="2737168539" sldId="271"/>
            <ac:picMk id="8" creationId="{655C15D6-B14E-F71F-E076-F106A74B5EBC}"/>
          </ac:picMkLst>
        </pc:picChg>
        <pc:picChg chg="add mod">
          <ac:chgData name="Alonso Cristian Garrido Díaz" userId="a93c9f21-0a8b-4e03-a699-d55aab52ecc9" providerId="ADAL" clId="{2A45BB8A-2422-48E5-A7D9-A1788AD4FC2C}" dt="2026-03-24T23:04:09.682" v="40336" actId="1076"/>
          <ac:picMkLst>
            <pc:docMk/>
            <pc:sldMk cId="2737168539" sldId="271"/>
            <ac:picMk id="9" creationId="{592D35D0-1DE9-8761-DCD2-BF8FD60ACBE2}"/>
          </ac:picMkLst>
        </pc:picChg>
      </pc:sldChg>
      <pc:sldChg chg="addSp delSp modSp mod modClrScheme chgLayout modNotes modNotesTx">
        <pc:chgData name="Alonso Cristian Garrido Díaz" userId="a93c9f21-0a8b-4e03-a699-d55aab52ecc9" providerId="ADAL" clId="{2A45BB8A-2422-48E5-A7D9-A1788AD4FC2C}" dt="2026-03-27T16:01:23.177" v="44720" actId="478"/>
        <pc:sldMkLst>
          <pc:docMk/>
          <pc:sldMk cId="1138180227" sldId="272"/>
        </pc:sldMkLst>
        <pc:spChg chg="mod ord">
          <ac:chgData name="Alonso Cristian Garrido Díaz" userId="a93c9f21-0a8b-4e03-a699-d55aab52ecc9" providerId="ADAL" clId="{2A45BB8A-2422-48E5-A7D9-A1788AD4FC2C}" dt="2026-03-22T21:13:17.796" v="39712" actId="790"/>
          <ac:spMkLst>
            <pc:docMk/>
            <pc:sldMk cId="1138180227" sldId="272"/>
            <ac:spMk id="2" creationId="{74D2993D-B676-205E-5186-BF4B115BDD7C}"/>
          </ac:spMkLst>
        </pc:spChg>
        <pc:spChg chg="add del mod">
          <ac:chgData name="Alonso Cristian Garrido Díaz" userId="a93c9f21-0a8b-4e03-a699-d55aab52ecc9" providerId="ADAL" clId="{2A45BB8A-2422-48E5-A7D9-A1788AD4FC2C}" dt="2026-03-27T16:01:23.177" v="44720" actId="478"/>
          <ac:spMkLst>
            <pc:docMk/>
            <pc:sldMk cId="1138180227" sldId="272"/>
            <ac:spMk id="3" creationId="{7E952801-795F-2A21-28B2-F2802FCA7CC6}"/>
          </ac:spMkLst>
        </pc:spChg>
        <pc:spChg chg="add mod ord">
          <ac:chgData name="Alonso Cristian Garrido Díaz" userId="a93c9f21-0a8b-4e03-a699-d55aab52ecc9" providerId="ADAL" clId="{2A45BB8A-2422-48E5-A7D9-A1788AD4FC2C}" dt="2026-03-22T21:13:19.770" v="39713" actId="313"/>
          <ac:spMkLst>
            <pc:docMk/>
            <pc:sldMk cId="1138180227" sldId="272"/>
            <ac:spMk id="4" creationId="{8C8348DD-F63A-01B9-D3E1-7DF369EA39E7}"/>
          </ac:spMkLst>
        </pc:spChg>
        <pc:spChg chg="mod ord">
          <ac:chgData name="Alonso Cristian Garrido Díaz" userId="a93c9f21-0a8b-4e03-a699-d55aab52ecc9" providerId="ADAL" clId="{2A45BB8A-2422-48E5-A7D9-A1788AD4FC2C}" dt="2026-03-22T21:13:17.796" v="39712" actId="790"/>
          <ac:spMkLst>
            <pc:docMk/>
            <pc:sldMk cId="1138180227" sldId="272"/>
            <ac:spMk id="6" creationId="{F61667F6-7CB7-97A7-E59C-4ECB96BD335E}"/>
          </ac:spMkLst>
        </pc:spChg>
        <pc:picChg chg="add mod ord">
          <ac:chgData name="Alonso Cristian Garrido Díaz" userId="a93c9f21-0a8b-4e03-a699-d55aab52ecc9" providerId="ADAL" clId="{2A45BB8A-2422-48E5-A7D9-A1788AD4FC2C}" dt="2026-03-27T16:00:30.197" v="44719" actId="14100"/>
          <ac:picMkLst>
            <pc:docMk/>
            <pc:sldMk cId="1138180227" sldId="272"/>
            <ac:picMk id="13" creationId="{075E812C-FD5C-B35A-09AE-ABBBB1CE142C}"/>
          </ac:picMkLst>
        </pc:picChg>
      </pc:sldChg>
      <pc:sldChg chg="addSp delSp modSp mod ord modShow modNotes modNotesTx">
        <pc:chgData name="Alonso Cristian Garrido Díaz" userId="a93c9f21-0a8b-4e03-a699-d55aab52ecc9" providerId="ADAL" clId="{2A45BB8A-2422-48E5-A7D9-A1788AD4FC2C}" dt="2026-03-26T01:43:02.046" v="41456"/>
        <pc:sldMkLst>
          <pc:docMk/>
          <pc:sldMk cId="3901851051" sldId="273"/>
        </pc:sldMkLst>
        <pc:spChg chg="mod">
          <ac:chgData name="Alonso Cristian Garrido Díaz" userId="a93c9f21-0a8b-4e03-a699-d55aab52ecc9" providerId="ADAL" clId="{2A45BB8A-2422-48E5-A7D9-A1788AD4FC2C}" dt="2026-03-22T21:13:17.796" v="39712" actId="790"/>
          <ac:spMkLst>
            <pc:docMk/>
            <pc:sldMk cId="3901851051" sldId="273"/>
            <ac:spMk id="2" creationId="{3C6790B4-BC3C-11FB-BDB2-EC79BBAEE9EB}"/>
          </ac:spMkLst>
        </pc:spChg>
        <pc:spChg chg="add mod">
          <ac:chgData name="Alonso Cristian Garrido Díaz" userId="a93c9f21-0a8b-4e03-a699-d55aab52ecc9" providerId="ADAL" clId="{2A45BB8A-2422-48E5-A7D9-A1788AD4FC2C}" dt="2026-03-24T23:01:38.119" v="40323" actId="1076"/>
          <ac:spMkLst>
            <pc:docMk/>
            <pc:sldMk cId="3901851051" sldId="273"/>
            <ac:spMk id="3" creationId="{D4273CD2-320D-D0AD-A863-559F8E1DB886}"/>
          </ac:spMkLst>
        </pc:spChg>
        <pc:spChg chg="mod">
          <ac:chgData name="Alonso Cristian Garrido Díaz" userId="a93c9f21-0a8b-4e03-a699-d55aab52ecc9" providerId="ADAL" clId="{2A45BB8A-2422-48E5-A7D9-A1788AD4FC2C}" dt="2026-03-22T21:13:17.796" v="39712" actId="790"/>
          <ac:spMkLst>
            <pc:docMk/>
            <pc:sldMk cId="3901851051" sldId="273"/>
            <ac:spMk id="6" creationId="{0E2266E9-5940-5113-5A72-B079C5E5CAF0}"/>
          </ac:spMkLst>
        </pc:spChg>
        <pc:picChg chg="add mod ord">
          <ac:chgData name="Alonso Cristian Garrido Díaz" userId="a93c9f21-0a8b-4e03-a699-d55aab52ecc9" providerId="ADAL" clId="{2A45BB8A-2422-48E5-A7D9-A1788AD4FC2C}" dt="2026-03-19T20:42:41.727" v="19035"/>
          <ac:picMkLst>
            <pc:docMk/>
            <pc:sldMk cId="3901851051" sldId="273"/>
            <ac:picMk id="4" creationId="{C8B02053-33D5-8173-DDB1-8D1B737D4B75}"/>
          </ac:picMkLst>
        </pc:picChg>
        <pc:picChg chg="add mod">
          <ac:chgData name="Alonso Cristian Garrido Díaz" userId="a93c9f21-0a8b-4e03-a699-d55aab52ecc9" providerId="ADAL" clId="{2A45BB8A-2422-48E5-A7D9-A1788AD4FC2C}" dt="2026-03-21T22:45:56.315" v="26583" actId="14100"/>
          <ac:picMkLst>
            <pc:docMk/>
            <pc:sldMk cId="3901851051" sldId="273"/>
            <ac:picMk id="5" creationId="{885556EB-9B1C-A646-C02B-87AEA98AFACB}"/>
          </ac:picMkLst>
        </pc:picChg>
        <pc:picChg chg="add mod ord">
          <ac:chgData name="Alonso Cristian Garrido Díaz" userId="a93c9f21-0a8b-4e03-a699-d55aab52ecc9" providerId="ADAL" clId="{2A45BB8A-2422-48E5-A7D9-A1788AD4FC2C}" dt="2026-03-24T19:55:52.734" v="39984" actId="1076"/>
          <ac:picMkLst>
            <pc:docMk/>
            <pc:sldMk cId="3901851051" sldId="273"/>
            <ac:picMk id="11" creationId="{734DA983-78C8-14EC-284E-560D59B0DC2A}"/>
          </ac:picMkLst>
        </pc:picChg>
      </pc:sldChg>
      <pc:sldChg chg="addSp delSp modSp mod ord modClrScheme chgLayout modNotes modNotesTx">
        <pc:chgData name="Alonso Cristian Garrido Díaz" userId="a93c9f21-0a8b-4e03-a699-d55aab52ecc9" providerId="ADAL" clId="{2A45BB8A-2422-48E5-A7D9-A1788AD4FC2C}" dt="2026-03-27T16:04:28.558" v="44722" actId="1036"/>
        <pc:sldMkLst>
          <pc:docMk/>
          <pc:sldMk cId="1747593562" sldId="274"/>
        </pc:sldMkLst>
        <pc:spChg chg="mod ord">
          <ac:chgData name="Alonso Cristian Garrido Díaz" userId="a93c9f21-0a8b-4e03-a699-d55aab52ecc9" providerId="ADAL" clId="{2A45BB8A-2422-48E5-A7D9-A1788AD4FC2C}" dt="2026-03-24T20:58:56.739" v="40107" actId="700"/>
          <ac:spMkLst>
            <pc:docMk/>
            <pc:sldMk cId="1747593562" sldId="274"/>
            <ac:spMk id="2" creationId="{C1EE4EA2-CFDC-EA5B-423A-575AA553978D}"/>
          </ac:spMkLst>
        </pc:spChg>
        <pc:spChg chg="add mod">
          <ac:chgData name="Alonso Cristian Garrido Díaz" userId="a93c9f21-0a8b-4e03-a699-d55aab52ecc9" providerId="ADAL" clId="{2A45BB8A-2422-48E5-A7D9-A1788AD4FC2C}" dt="2026-03-24T23:00:50.628" v="40280" actId="20577"/>
          <ac:spMkLst>
            <pc:docMk/>
            <pc:sldMk cId="1747593562" sldId="274"/>
            <ac:spMk id="3" creationId="{BA1A8E3B-3E98-74D4-89BF-065B4316EA74}"/>
          </ac:spMkLst>
        </pc:spChg>
        <pc:spChg chg="add mod">
          <ac:chgData name="Alonso Cristian Garrido Díaz" userId="a93c9f21-0a8b-4e03-a699-d55aab52ecc9" providerId="ADAL" clId="{2A45BB8A-2422-48E5-A7D9-A1788AD4FC2C}" dt="2026-03-25T19:02:44.836" v="40954" actId="207"/>
          <ac:spMkLst>
            <pc:docMk/>
            <pc:sldMk cId="1747593562" sldId="274"/>
            <ac:spMk id="4" creationId="{E1B806A4-657B-93D8-BDE0-F58BAD28F39E}"/>
          </ac:spMkLst>
        </pc:spChg>
        <pc:spChg chg="mod ord">
          <ac:chgData name="Alonso Cristian Garrido Díaz" userId="a93c9f21-0a8b-4e03-a699-d55aab52ecc9" providerId="ADAL" clId="{2A45BB8A-2422-48E5-A7D9-A1788AD4FC2C}" dt="2026-03-24T20:58:56.739" v="40107" actId="700"/>
          <ac:spMkLst>
            <pc:docMk/>
            <pc:sldMk cId="1747593562" sldId="274"/>
            <ac:spMk id="5" creationId="{015D6733-A301-A23A-DA23-F16C80C010D4}"/>
          </ac:spMkLst>
        </pc:spChg>
        <pc:spChg chg="add mod topLvl">
          <ac:chgData name="Alonso Cristian Garrido Díaz" userId="a93c9f21-0a8b-4e03-a699-d55aab52ecc9" providerId="ADAL" clId="{2A45BB8A-2422-48E5-A7D9-A1788AD4FC2C}" dt="2026-03-24T22:59:04.147" v="40179" actId="14100"/>
          <ac:spMkLst>
            <pc:docMk/>
            <pc:sldMk cId="1747593562" sldId="274"/>
            <ac:spMk id="9" creationId="{1B86D4FE-B64E-14A3-66BC-6865DEA20111}"/>
          </ac:spMkLst>
        </pc:spChg>
        <pc:spChg chg="add mod">
          <ac:chgData name="Alonso Cristian Garrido Díaz" userId="a93c9f21-0a8b-4e03-a699-d55aab52ecc9" providerId="ADAL" clId="{2A45BB8A-2422-48E5-A7D9-A1788AD4FC2C}" dt="2026-03-25T19:02:17.571" v="40949" actId="14100"/>
          <ac:spMkLst>
            <pc:docMk/>
            <pc:sldMk cId="1747593562" sldId="274"/>
            <ac:spMk id="10" creationId="{21140A58-BDE0-66CB-4A51-DB64A2C98DFD}"/>
          </ac:spMkLst>
        </pc:spChg>
        <pc:spChg chg="add mod">
          <ac:chgData name="Alonso Cristian Garrido Díaz" userId="a93c9f21-0a8b-4e03-a699-d55aab52ecc9" providerId="ADAL" clId="{2A45BB8A-2422-48E5-A7D9-A1788AD4FC2C}" dt="2026-03-24T22:59:50.116" v="40197" actId="14100"/>
          <ac:spMkLst>
            <pc:docMk/>
            <pc:sldMk cId="1747593562" sldId="274"/>
            <ac:spMk id="11" creationId="{05C675FA-4CE9-0FB8-AB7E-3DC0B2D528CE}"/>
          </ac:spMkLst>
        </pc:spChg>
        <pc:spChg chg="add mod">
          <ac:chgData name="Alonso Cristian Garrido Díaz" userId="a93c9f21-0a8b-4e03-a699-d55aab52ecc9" providerId="ADAL" clId="{2A45BB8A-2422-48E5-A7D9-A1788AD4FC2C}" dt="2026-03-24T22:59:50.116" v="40197" actId="14100"/>
          <ac:spMkLst>
            <pc:docMk/>
            <pc:sldMk cId="1747593562" sldId="274"/>
            <ac:spMk id="12" creationId="{9C51E3E3-3794-6E75-6BC5-C5C098A2D12D}"/>
          </ac:spMkLst>
        </pc:spChg>
        <pc:spChg chg="add mod">
          <ac:chgData name="Alonso Cristian Garrido Díaz" userId="a93c9f21-0a8b-4e03-a699-d55aab52ecc9" providerId="ADAL" clId="{2A45BB8A-2422-48E5-A7D9-A1788AD4FC2C}" dt="2026-03-24T23:00:25.967" v="40231" actId="1076"/>
          <ac:spMkLst>
            <pc:docMk/>
            <pc:sldMk cId="1747593562" sldId="274"/>
            <ac:spMk id="22" creationId="{2E20D2D4-0BEB-6059-EE8A-22A5689E71F6}"/>
          </ac:spMkLst>
        </pc:spChg>
        <pc:picChg chg="add mod ord modCrop">
          <ac:chgData name="Alonso Cristian Garrido Díaz" userId="a93c9f21-0a8b-4e03-a699-d55aab52ecc9" providerId="ADAL" clId="{2A45BB8A-2422-48E5-A7D9-A1788AD4FC2C}" dt="2026-03-24T22:58:53.008" v="40172" actId="1076"/>
          <ac:picMkLst>
            <pc:docMk/>
            <pc:sldMk cId="1747593562" sldId="274"/>
            <ac:picMk id="15" creationId="{A50660F3-9E6B-6056-86E9-75A49F3BA413}"/>
          </ac:picMkLst>
        </pc:picChg>
        <pc:picChg chg="add mod">
          <ac:chgData name="Alonso Cristian Garrido Díaz" userId="a93c9f21-0a8b-4e03-a699-d55aab52ecc9" providerId="ADAL" clId="{2A45BB8A-2422-48E5-A7D9-A1788AD4FC2C}" dt="2026-03-27T16:04:28.558" v="44722" actId="1036"/>
          <ac:picMkLst>
            <pc:docMk/>
            <pc:sldMk cId="1747593562" sldId="274"/>
            <ac:picMk id="20" creationId="{4A6FA6C2-74A3-EEB7-8B15-4669BF168615}"/>
          </ac:picMkLst>
        </pc:picChg>
      </pc:sldChg>
      <pc:sldChg chg="addSp delSp modSp mod modClrScheme chgLayout">
        <pc:chgData name="Alonso Cristian Garrido Díaz" userId="a93c9f21-0a8b-4e03-a699-d55aab52ecc9" providerId="ADAL" clId="{2A45BB8A-2422-48E5-A7D9-A1788AD4FC2C}" dt="2026-03-22T21:21:20.285" v="39770" actId="1076"/>
        <pc:sldMkLst>
          <pc:docMk/>
          <pc:sldMk cId="3085133752" sldId="276"/>
        </pc:sldMkLst>
        <pc:spChg chg="mod ord">
          <ac:chgData name="Alonso Cristian Garrido Díaz" userId="a93c9f21-0a8b-4e03-a699-d55aab52ecc9" providerId="ADAL" clId="{2A45BB8A-2422-48E5-A7D9-A1788AD4FC2C}" dt="2026-03-22T21:21:17.679" v="39769" actId="1076"/>
          <ac:spMkLst>
            <pc:docMk/>
            <pc:sldMk cId="3085133752" sldId="276"/>
            <ac:spMk id="2" creationId="{18F2D954-8973-9254-5AF5-C76812ECC358}"/>
          </ac:spMkLst>
        </pc:spChg>
        <pc:spChg chg="mod ord">
          <ac:chgData name="Alonso Cristian Garrido Díaz" userId="a93c9f21-0a8b-4e03-a699-d55aab52ecc9" providerId="ADAL" clId="{2A45BB8A-2422-48E5-A7D9-A1788AD4FC2C}" dt="2026-03-22T21:13:17.796" v="39712" actId="790"/>
          <ac:spMkLst>
            <pc:docMk/>
            <pc:sldMk cId="3085133752" sldId="276"/>
            <ac:spMk id="5" creationId="{60E8EB4E-686F-8088-0574-8BE78F1B6722}"/>
          </ac:spMkLst>
        </pc:spChg>
        <pc:picChg chg="add mod">
          <ac:chgData name="Alonso Cristian Garrido Díaz" userId="a93c9f21-0a8b-4e03-a699-d55aab52ecc9" providerId="ADAL" clId="{2A45BB8A-2422-48E5-A7D9-A1788AD4FC2C}" dt="2026-03-22T21:21:20.285" v="39770" actId="1076"/>
          <ac:picMkLst>
            <pc:docMk/>
            <pc:sldMk cId="3085133752" sldId="276"/>
            <ac:picMk id="4" creationId="{19CD3C18-67E7-327B-B1F2-03D1C10AD7DD}"/>
          </ac:picMkLst>
        </pc:picChg>
      </pc:sldChg>
      <pc:sldChg chg="addSp modSp mod modClrScheme chgLayout modNotes modNotesTx">
        <pc:chgData name="Alonso Cristian Garrido Díaz" userId="a93c9f21-0a8b-4e03-a699-d55aab52ecc9" providerId="ADAL" clId="{2A45BB8A-2422-48E5-A7D9-A1788AD4FC2C}" dt="2026-03-26T01:43:02.046" v="41456"/>
        <pc:sldMkLst>
          <pc:docMk/>
          <pc:sldMk cId="2814901300" sldId="277"/>
        </pc:sldMkLst>
        <pc:spChg chg="mod ord">
          <ac:chgData name="Alonso Cristian Garrido Díaz" userId="a93c9f21-0a8b-4e03-a699-d55aab52ecc9" providerId="ADAL" clId="{2A45BB8A-2422-48E5-A7D9-A1788AD4FC2C}" dt="2026-03-22T21:28:12.753" v="39847" actId="20577"/>
          <ac:spMkLst>
            <pc:docMk/>
            <pc:sldMk cId="2814901300" sldId="277"/>
            <ac:spMk id="2" creationId="{E073A6B5-7D20-9AE8-7A78-00A8E9883A81}"/>
          </ac:spMkLst>
        </pc:spChg>
        <pc:spChg chg="add mod">
          <ac:chgData name="Alonso Cristian Garrido Díaz" userId="a93c9f21-0a8b-4e03-a699-d55aab52ecc9" providerId="ADAL" clId="{2A45BB8A-2422-48E5-A7D9-A1788AD4FC2C}" dt="2026-03-22T21:13:17.796" v="39712" actId="790"/>
          <ac:spMkLst>
            <pc:docMk/>
            <pc:sldMk cId="2814901300" sldId="277"/>
            <ac:spMk id="3" creationId="{66EFC9DA-A5B3-269D-96E2-9333E9016506}"/>
          </ac:spMkLst>
        </pc:spChg>
        <pc:spChg chg="mod ord">
          <ac:chgData name="Alonso Cristian Garrido Díaz" userId="a93c9f21-0a8b-4e03-a699-d55aab52ecc9" providerId="ADAL" clId="{2A45BB8A-2422-48E5-A7D9-A1788AD4FC2C}" dt="2026-03-22T21:13:17.796" v="39712" actId="790"/>
          <ac:spMkLst>
            <pc:docMk/>
            <pc:sldMk cId="2814901300" sldId="277"/>
            <ac:spMk id="5" creationId="{D8EDC099-A8F0-F108-B00B-AED622169223}"/>
          </ac:spMkLst>
        </pc:spChg>
        <pc:spChg chg="add mod">
          <ac:chgData name="Alonso Cristian Garrido Díaz" userId="a93c9f21-0a8b-4e03-a699-d55aab52ecc9" providerId="ADAL" clId="{2A45BB8A-2422-48E5-A7D9-A1788AD4FC2C}" dt="2026-03-22T21:13:17.796" v="39712" actId="790"/>
          <ac:spMkLst>
            <pc:docMk/>
            <pc:sldMk cId="2814901300" sldId="277"/>
            <ac:spMk id="6" creationId="{3E0ACD69-D3E6-8D93-8A04-4CA3E0928577}"/>
          </ac:spMkLst>
        </pc:spChg>
        <pc:spChg chg="add mod">
          <ac:chgData name="Alonso Cristian Garrido Díaz" userId="a93c9f21-0a8b-4e03-a699-d55aab52ecc9" providerId="ADAL" clId="{2A45BB8A-2422-48E5-A7D9-A1788AD4FC2C}" dt="2026-03-22T21:13:17.796" v="39712" actId="790"/>
          <ac:spMkLst>
            <pc:docMk/>
            <pc:sldMk cId="2814901300" sldId="277"/>
            <ac:spMk id="7" creationId="{BDB0E5FC-1A33-F011-2280-8EE0EA7C5788}"/>
          </ac:spMkLst>
        </pc:spChg>
        <pc:spChg chg="add mod">
          <ac:chgData name="Alonso Cristian Garrido Díaz" userId="a93c9f21-0a8b-4e03-a699-d55aab52ecc9" providerId="ADAL" clId="{2A45BB8A-2422-48E5-A7D9-A1788AD4FC2C}" dt="2026-03-22T21:13:17.796" v="39712" actId="790"/>
          <ac:spMkLst>
            <pc:docMk/>
            <pc:sldMk cId="2814901300" sldId="277"/>
            <ac:spMk id="8" creationId="{EE269583-74E4-36E2-1C0D-DE4A226B3A01}"/>
          </ac:spMkLst>
        </pc:spChg>
        <pc:spChg chg="add mod">
          <ac:chgData name="Alonso Cristian Garrido Díaz" userId="a93c9f21-0a8b-4e03-a699-d55aab52ecc9" providerId="ADAL" clId="{2A45BB8A-2422-48E5-A7D9-A1788AD4FC2C}" dt="2026-03-22T21:13:17.796" v="39712" actId="790"/>
          <ac:spMkLst>
            <pc:docMk/>
            <pc:sldMk cId="2814901300" sldId="277"/>
            <ac:spMk id="10" creationId="{26FC68C2-E176-8E26-7884-B9AF219583EF}"/>
          </ac:spMkLst>
        </pc:spChg>
        <pc:spChg chg="add mod">
          <ac:chgData name="Alonso Cristian Garrido Díaz" userId="a93c9f21-0a8b-4e03-a699-d55aab52ecc9" providerId="ADAL" clId="{2A45BB8A-2422-48E5-A7D9-A1788AD4FC2C}" dt="2026-03-22T21:13:17.796" v="39712" actId="790"/>
          <ac:spMkLst>
            <pc:docMk/>
            <pc:sldMk cId="2814901300" sldId="277"/>
            <ac:spMk id="12" creationId="{A78CD40E-BD1C-2D74-5F50-DBCC9B63840F}"/>
          </ac:spMkLst>
        </pc:spChg>
        <pc:spChg chg="add mod ord">
          <ac:chgData name="Alonso Cristian Garrido Díaz" userId="a93c9f21-0a8b-4e03-a699-d55aab52ecc9" providerId="ADAL" clId="{2A45BB8A-2422-48E5-A7D9-A1788AD4FC2C}" dt="2026-03-22T21:13:17.796" v="39712" actId="790"/>
          <ac:spMkLst>
            <pc:docMk/>
            <pc:sldMk cId="2814901300" sldId="277"/>
            <ac:spMk id="14" creationId="{A08785AD-CFDB-512B-406A-461C72BAC780}"/>
          </ac:spMkLst>
        </pc:spChg>
        <pc:spChg chg="add mod ord">
          <ac:chgData name="Alonso Cristian Garrido Díaz" userId="a93c9f21-0a8b-4e03-a699-d55aab52ecc9" providerId="ADAL" clId="{2A45BB8A-2422-48E5-A7D9-A1788AD4FC2C}" dt="2026-03-22T21:13:17.796" v="39712" actId="790"/>
          <ac:spMkLst>
            <pc:docMk/>
            <pc:sldMk cId="2814901300" sldId="277"/>
            <ac:spMk id="16" creationId="{964D3F0E-BC9B-F43B-327F-F2A016FC2B8A}"/>
          </ac:spMkLst>
        </pc:spChg>
        <pc:picChg chg="mod ord">
          <ac:chgData name="Alonso Cristian Garrido Díaz" userId="a93c9f21-0a8b-4e03-a699-d55aab52ecc9" providerId="ADAL" clId="{2A45BB8A-2422-48E5-A7D9-A1788AD4FC2C}" dt="2026-03-21T20:04:11.235" v="23483"/>
          <ac:picMkLst>
            <pc:docMk/>
            <pc:sldMk cId="2814901300" sldId="277"/>
            <ac:picMk id="9" creationId="{6ACE1063-4AF4-1D41-5084-245BAD6D8C8E}"/>
          </ac:picMkLst>
        </pc:picChg>
        <pc:picChg chg="mod ord">
          <ac:chgData name="Alonso Cristian Garrido Díaz" userId="a93c9f21-0a8b-4e03-a699-d55aab52ecc9" providerId="ADAL" clId="{2A45BB8A-2422-48E5-A7D9-A1788AD4FC2C}" dt="2026-03-21T20:04:36.892" v="23489"/>
          <ac:picMkLst>
            <pc:docMk/>
            <pc:sldMk cId="2814901300" sldId="277"/>
            <ac:picMk id="11" creationId="{71FC131D-902F-440E-CCC4-486E3E826F6A}"/>
          </ac:picMkLst>
        </pc:picChg>
        <pc:picChg chg="mod">
          <ac:chgData name="Alonso Cristian Garrido Díaz" userId="a93c9f21-0a8b-4e03-a699-d55aab52ecc9" providerId="ADAL" clId="{2A45BB8A-2422-48E5-A7D9-A1788AD4FC2C}" dt="2026-03-21T20:02:02.189" v="23454" actId="1076"/>
          <ac:picMkLst>
            <pc:docMk/>
            <pc:sldMk cId="2814901300" sldId="277"/>
            <ac:picMk id="13" creationId="{90C2F61A-2A20-106C-77F5-82BFA19D8B01}"/>
          </ac:picMkLst>
        </pc:picChg>
        <pc:picChg chg="mod">
          <ac:chgData name="Alonso Cristian Garrido Díaz" userId="a93c9f21-0a8b-4e03-a699-d55aab52ecc9" providerId="ADAL" clId="{2A45BB8A-2422-48E5-A7D9-A1788AD4FC2C}" dt="2026-03-21T19:50:44.241" v="22946" actId="1076"/>
          <ac:picMkLst>
            <pc:docMk/>
            <pc:sldMk cId="2814901300" sldId="277"/>
            <ac:picMk id="15" creationId="{7A7E377D-878D-63F7-2038-B89C97F7D2B4}"/>
          </ac:picMkLst>
        </pc:picChg>
      </pc:sldChg>
      <pc:sldChg chg="addSp modSp mod modNotes modNotesTx">
        <pc:chgData name="Alonso Cristian Garrido Díaz" userId="a93c9f21-0a8b-4e03-a699-d55aab52ecc9" providerId="ADAL" clId="{2A45BB8A-2422-48E5-A7D9-A1788AD4FC2C}" dt="2026-03-26T01:43:02.046" v="41456"/>
        <pc:sldMkLst>
          <pc:docMk/>
          <pc:sldMk cId="403993640" sldId="278"/>
        </pc:sldMkLst>
        <pc:spChg chg="mod">
          <ac:chgData name="Alonso Cristian Garrido Díaz" userId="a93c9f21-0a8b-4e03-a699-d55aab52ecc9" providerId="ADAL" clId="{2A45BB8A-2422-48E5-A7D9-A1788AD4FC2C}" dt="2026-03-22T21:13:17.796" v="39712" actId="790"/>
          <ac:spMkLst>
            <pc:docMk/>
            <pc:sldMk cId="403993640" sldId="278"/>
            <ac:spMk id="2" creationId="{A8777E0F-5D67-0A89-5CEF-46C2DD36B274}"/>
          </ac:spMkLst>
        </pc:spChg>
        <pc:spChg chg="add mod">
          <ac:chgData name="Alonso Cristian Garrido Díaz" userId="a93c9f21-0a8b-4e03-a699-d55aab52ecc9" providerId="ADAL" clId="{2A45BB8A-2422-48E5-A7D9-A1788AD4FC2C}" dt="2026-03-22T21:13:17.796" v="39712" actId="790"/>
          <ac:spMkLst>
            <pc:docMk/>
            <pc:sldMk cId="403993640" sldId="278"/>
            <ac:spMk id="3" creationId="{A6A9744C-677D-B282-287B-CB310D651201}"/>
          </ac:spMkLst>
        </pc:spChg>
        <pc:spChg chg="add mod">
          <ac:chgData name="Alonso Cristian Garrido Díaz" userId="a93c9f21-0a8b-4e03-a699-d55aab52ecc9" providerId="ADAL" clId="{2A45BB8A-2422-48E5-A7D9-A1788AD4FC2C}" dt="2026-03-22T21:13:17.796" v="39712" actId="790"/>
          <ac:spMkLst>
            <pc:docMk/>
            <pc:sldMk cId="403993640" sldId="278"/>
            <ac:spMk id="4" creationId="{3020366C-490A-1D9E-9938-E9B1C3677CC3}"/>
          </ac:spMkLst>
        </pc:spChg>
        <pc:spChg chg="mod">
          <ac:chgData name="Alonso Cristian Garrido Díaz" userId="a93c9f21-0a8b-4e03-a699-d55aab52ecc9" providerId="ADAL" clId="{2A45BB8A-2422-48E5-A7D9-A1788AD4FC2C}" dt="2026-03-22T21:13:17.796" v="39712" actId="790"/>
          <ac:spMkLst>
            <pc:docMk/>
            <pc:sldMk cId="403993640" sldId="278"/>
            <ac:spMk id="5" creationId="{652B3280-5CCC-4E4F-2E9E-2DACEED5F402}"/>
          </ac:spMkLst>
        </pc:spChg>
        <pc:spChg chg="mod">
          <ac:chgData name="Alonso Cristian Garrido Díaz" userId="a93c9f21-0a8b-4e03-a699-d55aab52ecc9" providerId="ADAL" clId="{2A45BB8A-2422-48E5-A7D9-A1788AD4FC2C}" dt="2026-03-22T21:13:17.796" v="39712" actId="790"/>
          <ac:spMkLst>
            <pc:docMk/>
            <pc:sldMk cId="403993640" sldId="278"/>
            <ac:spMk id="12" creationId="{1FDE0FC1-E459-D7F7-C236-742481B59C43}"/>
          </ac:spMkLst>
        </pc:spChg>
        <pc:picChg chg="mod">
          <ac:chgData name="Alonso Cristian Garrido Díaz" userId="a93c9f21-0a8b-4e03-a699-d55aab52ecc9" providerId="ADAL" clId="{2A45BB8A-2422-48E5-A7D9-A1788AD4FC2C}" dt="2026-03-19T20:42:41.727" v="19035"/>
          <ac:picMkLst>
            <pc:docMk/>
            <pc:sldMk cId="403993640" sldId="278"/>
            <ac:picMk id="7" creationId="{86775A8A-B677-F5FB-64B2-CF9DAD55371D}"/>
          </ac:picMkLst>
        </pc:picChg>
      </pc:sldChg>
      <pc:sldChg chg="addSp delSp modSp mod modClrScheme chgLayout modNotes modNotesTx">
        <pc:chgData name="Alonso Cristian Garrido Díaz" userId="a93c9f21-0a8b-4e03-a699-d55aab52ecc9" providerId="ADAL" clId="{2A45BB8A-2422-48E5-A7D9-A1788AD4FC2C}" dt="2026-03-26T01:43:02.046" v="41456"/>
        <pc:sldMkLst>
          <pc:docMk/>
          <pc:sldMk cId="894265982" sldId="280"/>
        </pc:sldMkLst>
        <pc:spChg chg="mod ord">
          <ac:chgData name="Alonso Cristian Garrido Díaz" userId="a93c9f21-0a8b-4e03-a699-d55aab52ecc9" providerId="ADAL" clId="{2A45BB8A-2422-48E5-A7D9-A1788AD4FC2C}" dt="2026-03-25T18:27:10.744" v="40357" actId="207"/>
          <ac:spMkLst>
            <pc:docMk/>
            <pc:sldMk cId="894265982" sldId="280"/>
            <ac:spMk id="2" creationId="{D0A69B2E-8119-D208-373B-ED92B756A96B}"/>
          </ac:spMkLst>
        </pc:spChg>
        <pc:spChg chg="mod ord">
          <ac:chgData name="Alonso Cristian Garrido Díaz" userId="a93c9f21-0a8b-4e03-a699-d55aab52ecc9" providerId="ADAL" clId="{2A45BB8A-2422-48E5-A7D9-A1788AD4FC2C}" dt="2026-03-22T21:13:17.796" v="39712" actId="790"/>
          <ac:spMkLst>
            <pc:docMk/>
            <pc:sldMk cId="894265982" sldId="280"/>
            <ac:spMk id="5" creationId="{84487EE5-93F9-9DB5-221F-3BF1B033B5E6}"/>
          </ac:spMkLst>
        </pc:spChg>
        <pc:spChg chg="add mod">
          <ac:chgData name="Alonso Cristian Garrido Díaz" userId="a93c9f21-0a8b-4e03-a699-d55aab52ecc9" providerId="ADAL" clId="{2A45BB8A-2422-48E5-A7D9-A1788AD4FC2C}" dt="2026-03-25T18:27:12.548" v="40358" actId="207"/>
          <ac:spMkLst>
            <pc:docMk/>
            <pc:sldMk cId="894265982" sldId="280"/>
            <ac:spMk id="14" creationId="{ACA4EFF7-62E1-428D-3FE3-73C0AC74D362}"/>
          </ac:spMkLst>
        </pc:spChg>
        <pc:picChg chg="mod">
          <ac:chgData name="Alonso Cristian Garrido Díaz" userId="a93c9f21-0a8b-4e03-a699-d55aab52ecc9" providerId="ADAL" clId="{2A45BB8A-2422-48E5-A7D9-A1788AD4FC2C}" dt="2026-03-24T22:44:56.715" v="40163" actId="14100"/>
          <ac:picMkLst>
            <pc:docMk/>
            <pc:sldMk cId="894265982" sldId="280"/>
            <ac:picMk id="7" creationId="{1BDAF755-58E0-49D2-E555-A9B079F999A3}"/>
          </ac:picMkLst>
        </pc:picChg>
      </pc:sldChg>
      <pc:sldChg chg="addSp delSp modSp mod ord modNotes modNotesTx">
        <pc:chgData name="Alonso Cristian Garrido Díaz" userId="a93c9f21-0a8b-4e03-a699-d55aab52ecc9" providerId="ADAL" clId="{2A45BB8A-2422-48E5-A7D9-A1788AD4FC2C}" dt="2026-03-26T01:43:02.046" v="41456"/>
        <pc:sldMkLst>
          <pc:docMk/>
          <pc:sldMk cId="2905430866" sldId="281"/>
        </pc:sldMkLst>
        <pc:spChg chg="add mod">
          <ac:chgData name="Alonso Cristian Garrido Díaz" userId="a93c9f21-0a8b-4e03-a699-d55aab52ecc9" providerId="ADAL" clId="{2A45BB8A-2422-48E5-A7D9-A1788AD4FC2C}" dt="2026-03-26T01:31:28.175" v="41274" actId="20577"/>
          <ac:spMkLst>
            <pc:docMk/>
            <pc:sldMk cId="2905430866" sldId="281"/>
            <ac:spMk id="2" creationId="{E639F3D5-4A6C-4C59-6D81-4F95287DA0C1}"/>
          </ac:spMkLst>
        </pc:spChg>
        <pc:spChg chg="add mod">
          <ac:chgData name="Alonso Cristian Garrido Díaz" userId="a93c9f21-0a8b-4e03-a699-d55aab52ecc9" providerId="ADAL" clId="{2A45BB8A-2422-48E5-A7D9-A1788AD4FC2C}" dt="2026-03-22T21:13:17.796" v="39712" actId="790"/>
          <ac:spMkLst>
            <pc:docMk/>
            <pc:sldMk cId="2905430866" sldId="281"/>
            <ac:spMk id="3" creationId="{F2F996F3-5529-3C1A-17D1-D674B660051E}"/>
          </ac:spMkLst>
        </pc:spChg>
        <pc:spChg chg="mod">
          <ac:chgData name="Alonso Cristian Garrido Díaz" userId="a93c9f21-0a8b-4e03-a699-d55aab52ecc9" providerId="ADAL" clId="{2A45BB8A-2422-48E5-A7D9-A1788AD4FC2C}" dt="2026-03-22T21:13:17.796" v="39712" actId="790"/>
          <ac:spMkLst>
            <pc:docMk/>
            <pc:sldMk cId="2905430866" sldId="281"/>
            <ac:spMk id="5" creationId="{06FEED62-9DC3-4999-F16D-FF27F9256695}"/>
          </ac:spMkLst>
        </pc:spChg>
        <pc:spChg chg="mod">
          <ac:chgData name="Alonso Cristian Garrido Díaz" userId="a93c9f21-0a8b-4e03-a699-d55aab52ecc9" providerId="ADAL" clId="{2A45BB8A-2422-48E5-A7D9-A1788AD4FC2C}" dt="2026-03-22T21:13:17.796" v="39712" actId="790"/>
          <ac:spMkLst>
            <pc:docMk/>
            <pc:sldMk cId="2905430866" sldId="281"/>
            <ac:spMk id="12" creationId="{2397D4F4-6BF0-5059-4618-7AB6009655E9}"/>
          </ac:spMkLst>
        </pc:spChg>
        <pc:picChg chg="add mod">
          <ac:chgData name="Alonso Cristian Garrido Díaz" userId="a93c9f21-0a8b-4e03-a699-d55aab52ecc9" providerId="ADAL" clId="{2A45BB8A-2422-48E5-A7D9-A1788AD4FC2C}" dt="2026-03-19T20:42:41.727" v="19035"/>
          <ac:picMkLst>
            <pc:docMk/>
            <pc:sldMk cId="2905430866" sldId="281"/>
            <ac:picMk id="8" creationId="{5F84F501-2C0D-DD18-4555-C9A790409AE4}"/>
          </ac:picMkLst>
        </pc:picChg>
        <pc:picChg chg="add mod ord modCrop">
          <ac:chgData name="Alonso Cristian Garrido Díaz" userId="a93c9f21-0a8b-4e03-a699-d55aab52ecc9" providerId="ADAL" clId="{2A45BB8A-2422-48E5-A7D9-A1788AD4FC2C}" dt="2026-03-19T20:42:41.727" v="19035"/>
          <ac:picMkLst>
            <pc:docMk/>
            <pc:sldMk cId="2905430866" sldId="281"/>
            <ac:picMk id="11" creationId="{87D4724B-6BE3-4804-4F66-041BB67E9C28}"/>
          </ac:picMkLst>
        </pc:picChg>
      </pc:sldChg>
      <pc:sldChg chg="addSp delSp modSp mod modClrScheme chgLayout modNotes modNotesTx">
        <pc:chgData name="Alonso Cristian Garrido Díaz" userId="a93c9f21-0a8b-4e03-a699-d55aab52ecc9" providerId="ADAL" clId="{2A45BB8A-2422-48E5-A7D9-A1788AD4FC2C}" dt="2026-03-26T01:43:02.046" v="41456"/>
        <pc:sldMkLst>
          <pc:docMk/>
          <pc:sldMk cId="2239588540" sldId="283"/>
        </pc:sldMkLst>
        <pc:spChg chg="mod ord">
          <ac:chgData name="Alonso Cristian Garrido Díaz" userId="a93c9f21-0a8b-4e03-a699-d55aab52ecc9" providerId="ADAL" clId="{2A45BB8A-2422-48E5-A7D9-A1788AD4FC2C}" dt="2026-03-22T21:13:17.796" v="39712" actId="790"/>
          <ac:spMkLst>
            <pc:docMk/>
            <pc:sldMk cId="2239588540" sldId="283"/>
            <ac:spMk id="2" creationId="{92832C3B-8FD6-D488-E239-C6CD6AFA4659}"/>
          </ac:spMkLst>
        </pc:spChg>
        <pc:spChg chg="add mod">
          <ac:chgData name="Alonso Cristian Garrido Díaz" userId="a93c9f21-0a8b-4e03-a699-d55aab52ecc9" providerId="ADAL" clId="{2A45BB8A-2422-48E5-A7D9-A1788AD4FC2C}" dt="2026-03-22T21:13:17.796" v="39712" actId="790"/>
          <ac:spMkLst>
            <pc:docMk/>
            <pc:sldMk cId="2239588540" sldId="283"/>
            <ac:spMk id="4" creationId="{469A1253-56E2-9586-9F28-C996B624CDD1}"/>
          </ac:spMkLst>
        </pc:spChg>
        <pc:spChg chg="mod ord">
          <ac:chgData name="Alonso Cristian Garrido Díaz" userId="a93c9f21-0a8b-4e03-a699-d55aab52ecc9" providerId="ADAL" clId="{2A45BB8A-2422-48E5-A7D9-A1788AD4FC2C}" dt="2026-03-22T21:13:17.796" v="39712" actId="790"/>
          <ac:spMkLst>
            <pc:docMk/>
            <pc:sldMk cId="2239588540" sldId="283"/>
            <ac:spMk id="5" creationId="{77B1EDB7-1528-63F8-93C7-6C008FB1914F}"/>
          </ac:spMkLst>
        </pc:spChg>
        <pc:spChg chg="add mod">
          <ac:chgData name="Alonso Cristian Garrido Díaz" userId="a93c9f21-0a8b-4e03-a699-d55aab52ecc9" providerId="ADAL" clId="{2A45BB8A-2422-48E5-A7D9-A1788AD4FC2C}" dt="2026-03-24T22:00:35.783" v="40115" actId="1076"/>
          <ac:spMkLst>
            <pc:docMk/>
            <pc:sldMk cId="2239588540" sldId="283"/>
            <ac:spMk id="10" creationId="{B4D92880-1578-17FB-C2FE-CFFE7D34C6AE}"/>
          </ac:spMkLst>
        </pc:spChg>
        <pc:spChg chg="add mod">
          <ac:chgData name="Alonso Cristian Garrido Díaz" userId="a93c9f21-0a8b-4e03-a699-d55aab52ecc9" providerId="ADAL" clId="{2A45BB8A-2422-48E5-A7D9-A1788AD4FC2C}" dt="2026-03-22T21:13:17.796" v="39712" actId="790"/>
          <ac:spMkLst>
            <pc:docMk/>
            <pc:sldMk cId="2239588540" sldId="283"/>
            <ac:spMk id="17" creationId="{A176761E-B301-0D48-1DA7-0002D585334A}"/>
          </ac:spMkLst>
        </pc:spChg>
        <pc:spChg chg="add mod">
          <ac:chgData name="Alonso Cristian Garrido Díaz" userId="a93c9f21-0a8b-4e03-a699-d55aab52ecc9" providerId="ADAL" clId="{2A45BB8A-2422-48E5-A7D9-A1788AD4FC2C}" dt="2026-03-22T21:13:17.796" v="39712" actId="790"/>
          <ac:spMkLst>
            <pc:docMk/>
            <pc:sldMk cId="2239588540" sldId="283"/>
            <ac:spMk id="19" creationId="{0D8C0772-3B29-979B-F10E-E8AB079DEC41}"/>
          </ac:spMkLst>
        </pc:spChg>
        <pc:spChg chg="add mod">
          <ac:chgData name="Alonso Cristian Garrido Díaz" userId="a93c9f21-0a8b-4e03-a699-d55aab52ecc9" providerId="ADAL" clId="{2A45BB8A-2422-48E5-A7D9-A1788AD4FC2C}" dt="2026-03-22T17:52:15.558" v="35376" actId="1076"/>
          <ac:spMkLst>
            <pc:docMk/>
            <pc:sldMk cId="2239588540" sldId="283"/>
            <ac:spMk id="20" creationId="{6E080643-97E7-EAF1-ED39-20B5C81F7D7F}"/>
          </ac:spMkLst>
        </pc:spChg>
        <pc:spChg chg="add mod">
          <ac:chgData name="Alonso Cristian Garrido Díaz" userId="a93c9f21-0a8b-4e03-a699-d55aab52ecc9" providerId="ADAL" clId="{2A45BB8A-2422-48E5-A7D9-A1788AD4FC2C}" dt="2026-03-22T21:13:17.796" v="39712" actId="790"/>
          <ac:spMkLst>
            <pc:docMk/>
            <pc:sldMk cId="2239588540" sldId="283"/>
            <ac:spMk id="21" creationId="{C768255B-F3FD-24E2-4808-83B09ABBC779}"/>
          </ac:spMkLst>
        </pc:spChg>
        <pc:spChg chg="add mod">
          <ac:chgData name="Alonso Cristian Garrido Díaz" userId="a93c9f21-0a8b-4e03-a699-d55aab52ecc9" providerId="ADAL" clId="{2A45BB8A-2422-48E5-A7D9-A1788AD4FC2C}" dt="2026-03-22T21:13:17.796" v="39712" actId="790"/>
          <ac:spMkLst>
            <pc:docMk/>
            <pc:sldMk cId="2239588540" sldId="283"/>
            <ac:spMk id="24" creationId="{EC8F6193-45D0-9083-6599-E423E7AE4DA2}"/>
          </ac:spMkLst>
        </pc:spChg>
        <pc:spChg chg="add mod">
          <ac:chgData name="Alonso Cristian Garrido Díaz" userId="a93c9f21-0a8b-4e03-a699-d55aab52ecc9" providerId="ADAL" clId="{2A45BB8A-2422-48E5-A7D9-A1788AD4FC2C}" dt="2026-03-22T21:13:17.796" v="39712" actId="790"/>
          <ac:spMkLst>
            <pc:docMk/>
            <pc:sldMk cId="2239588540" sldId="283"/>
            <ac:spMk id="25" creationId="{14F28E62-2421-DF58-C5ED-9A5B99FBBE91}"/>
          </ac:spMkLst>
        </pc:spChg>
        <pc:spChg chg="add mod ord">
          <ac:chgData name="Alonso Cristian Garrido Díaz" userId="a93c9f21-0a8b-4e03-a699-d55aab52ecc9" providerId="ADAL" clId="{2A45BB8A-2422-48E5-A7D9-A1788AD4FC2C}" dt="2026-03-22T21:13:17.796" v="39712" actId="790"/>
          <ac:spMkLst>
            <pc:docMk/>
            <pc:sldMk cId="2239588540" sldId="283"/>
            <ac:spMk id="26" creationId="{D2419A05-CB24-88E7-5CE1-0DEF88592C0E}"/>
          </ac:spMkLst>
        </pc:spChg>
        <pc:spChg chg="add mod ord">
          <ac:chgData name="Alonso Cristian Garrido Díaz" userId="a93c9f21-0a8b-4e03-a699-d55aab52ecc9" providerId="ADAL" clId="{2A45BB8A-2422-48E5-A7D9-A1788AD4FC2C}" dt="2026-03-22T17:52:15.558" v="35376" actId="1076"/>
          <ac:spMkLst>
            <pc:docMk/>
            <pc:sldMk cId="2239588540" sldId="283"/>
            <ac:spMk id="27" creationId="{959E4F32-B85A-2CC4-5EB7-6C40E58BD022}"/>
          </ac:spMkLst>
        </pc:spChg>
        <pc:picChg chg="add mod">
          <ac:chgData name="Alonso Cristian Garrido Díaz" userId="a93c9f21-0a8b-4e03-a699-d55aab52ecc9" providerId="ADAL" clId="{2A45BB8A-2422-48E5-A7D9-A1788AD4FC2C}" dt="2026-03-21T21:19:08.840" v="25689" actId="1076"/>
          <ac:picMkLst>
            <pc:docMk/>
            <pc:sldMk cId="2239588540" sldId="283"/>
            <ac:picMk id="3" creationId="{9340453F-0956-552F-555B-4DDA89ACCAB8}"/>
          </ac:picMkLst>
        </pc:picChg>
        <pc:picChg chg="add mod">
          <ac:chgData name="Alonso Cristian Garrido Díaz" userId="a93c9f21-0a8b-4e03-a699-d55aab52ecc9" providerId="ADAL" clId="{2A45BB8A-2422-48E5-A7D9-A1788AD4FC2C}" dt="2026-03-22T17:51:25.962" v="35368" actId="1076"/>
          <ac:picMkLst>
            <pc:docMk/>
            <pc:sldMk cId="2239588540" sldId="283"/>
            <ac:picMk id="6" creationId="{18026877-AB45-73DC-1404-185F6AC71130}"/>
          </ac:picMkLst>
        </pc:picChg>
        <pc:picChg chg="add mod">
          <ac:chgData name="Alonso Cristian Garrido Díaz" userId="a93c9f21-0a8b-4e03-a699-d55aab52ecc9" providerId="ADAL" clId="{2A45BB8A-2422-48E5-A7D9-A1788AD4FC2C}" dt="2026-03-22T17:51:47.426" v="35373" actId="1076"/>
          <ac:picMkLst>
            <pc:docMk/>
            <pc:sldMk cId="2239588540" sldId="283"/>
            <ac:picMk id="8" creationId="{C37A3265-07D3-14A3-7DFB-0B7177D88976}"/>
          </ac:picMkLst>
        </pc:picChg>
        <pc:picChg chg="mod">
          <ac:chgData name="Alonso Cristian Garrido Díaz" userId="a93c9f21-0a8b-4e03-a699-d55aab52ecc9" providerId="ADAL" clId="{2A45BB8A-2422-48E5-A7D9-A1788AD4FC2C}" dt="2026-03-24T22:00:53.786" v="40120" actId="1076"/>
          <ac:picMkLst>
            <pc:docMk/>
            <pc:sldMk cId="2239588540" sldId="283"/>
            <ac:picMk id="9" creationId="{08FFB038-A47B-97AB-CE36-A798AEFB7F8B}"/>
          </ac:picMkLst>
        </pc:picChg>
        <pc:picChg chg="add mod">
          <ac:chgData name="Alonso Cristian Garrido Díaz" userId="a93c9f21-0a8b-4e03-a699-d55aab52ecc9" providerId="ADAL" clId="{2A45BB8A-2422-48E5-A7D9-A1788AD4FC2C}" dt="2026-03-22T17:51:47.426" v="35373" actId="1076"/>
          <ac:picMkLst>
            <pc:docMk/>
            <pc:sldMk cId="2239588540" sldId="283"/>
            <ac:picMk id="11" creationId="{A78771E9-9430-D3C6-46A8-8885833678C7}"/>
          </ac:picMkLst>
        </pc:picChg>
        <pc:picChg chg="mod ord">
          <ac:chgData name="Alonso Cristian Garrido Díaz" userId="a93c9f21-0a8b-4e03-a699-d55aab52ecc9" providerId="ADAL" clId="{2A45BB8A-2422-48E5-A7D9-A1788AD4FC2C}" dt="2026-03-24T22:00:48.183" v="40119" actId="1076"/>
          <ac:picMkLst>
            <pc:docMk/>
            <pc:sldMk cId="2239588540" sldId="283"/>
            <ac:picMk id="13" creationId="{676722D5-F315-312F-856F-2B13C79CB98D}"/>
          </ac:picMkLst>
        </pc:picChg>
      </pc:sldChg>
      <pc:sldChg chg="modSp mod ord">
        <pc:chgData name="Alonso Cristian Garrido Díaz" userId="a93c9f21-0a8b-4e03-a699-d55aab52ecc9" providerId="ADAL" clId="{2A45BB8A-2422-48E5-A7D9-A1788AD4FC2C}" dt="2026-03-22T21:13:17.796" v="39712" actId="790"/>
        <pc:sldMkLst>
          <pc:docMk/>
          <pc:sldMk cId="3725096574" sldId="284"/>
        </pc:sldMkLst>
        <pc:spChg chg="mod">
          <ac:chgData name="Alonso Cristian Garrido Díaz" userId="a93c9f21-0a8b-4e03-a699-d55aab52ecc9" providerId="ADAL" clId="{2A45BB8A-2422-48E5-A7D9-A1788AD4FC2C}" dt="2026-03-22T21:13:17.796" v="39712" actId="790"/>
          <ac:spMkLst>
            <pc:docMk/>
            <pc:sldMk cId="3725096574" sldId="284"/>
            <ac:spMk id="5" creationId="{89A4C3D5-46DC-674A-3F51-970EB06B4EEA}"/>
          </ac:spMkLst>
        </pc:spChg>
        <pc:spChg chg="mod">
          <ac:chgData name="Alonso Cristian Garrido Díaz" userId="a93c9f21-0a8b-4e03-a699-d55aab52ecc9" providerId="ADAL" clId="{2A45BB8A-2422-48E5-A7D9-A1788AD4FC2C}" dt="2026-03-22T21:13:17.796" v="39712" actId="790"/>
          <ac:spMkLst>
            <pc:docMk/>
            <pc:sldMk cId="3725096574" sldId="284"/>
            <ac:spMk id="20" creationId="{B7058D06-D2E1-C665-E83A-267E37A25B62}"/>
          </ac:spMkLst>
        </pc:spChg>
        <pc:picChg chg="mod">
          <ac:chgData name="Alonso Cristian Garrido Díaz" userId="a93c9f21-0a8b-4e03-a699-d55aab52ecc9" providerId="ADAL" clId="{2A45BB8A-2422-48E5-A7D9-A1788AD4FC2C}" dt="2026-03-19T20:42:41.727" v="19035"/>
          <ac:picMkLst>
            <pc:docMk/>
            <pc:sldMk cId="3725096574" sldId="284"/>
            <ac:picMk id="9" creationId="{FAED8056-6287-C430-3029-48D6A4EC4ADD}"/>
          </ac:picMkLst>
        </pc:picChg>
        <pc:picChg chg="mod">
          <ac:chgData name="Alonso Cristian Garrido Díaz" userId="a93c9f21-0a8b-4e03-a699-d55aab52ecc9" providerId="ADAL" clId="{2A45BB8A-2422-48E5-A7D9-A1788AD4FC2C}" dt="2026-03-19T20:42:41.727" v="19035"/>
          <ac:picMkLst>
            <pc:docMk/>
            <pc:sldMk cId="3725096574" sldId="284"/>
            <ac:picMk id="16" creationId="{A6F60386-2935-F1D8-085D-4CEC95FC3ABA}"/>
          </ac:picMkLst>
        </pc:picChg>
      </pc:sldChg>
      <pc:sldChg chg="addSp delSp modSp mod modClrScheme chgLayout modNotesTx">
        <pc:chgData name="Alonso Cristian Garrido Díaz" userId="a93c9f21-0a8b-4e03-a699-d55aab52ecc9" providerId="ADAL" clId="{2A45BB8A-2422-48E5-A7D9-A1788AD4FC2C}" dt="2026-03-24T22:39:48.673" v="40159" actId="1076"/>
        <pc:sldMkLst>
          <pc:docMk/>
          <pc:sldMk cId="1018820980" sldId="285"/>
        </pc:sldMkLst>
        <pc:spChg chg="mod ord">
          <ac:chgData name="Alonso Cristian Garrido Díaz" userId="a93c9f21-0a8b-4e03-a699-d55aab52ecc9" providerId="ADAL" clId="{2A45BB8A-2422-48E5-A7D9-A1788AD4FC2C}" dt="2026-03-22T21:13:17.796" v="39712" actId="790"/>
          <ac:spMkLst>
            <pc:docMk/>
            <pc:sldMk cId="1018820980" sldId="285"/>
            <ac:spMk id="2" creationId="{72113A4E-64AF-98D2-B4A1-BC9C36C32374}"/>
          </ac:spMkLst>
        </pc:spChg>
        <pc:spChg chg="add mod">
          <ac:chgData name="Alonso Cristian Garrido Díaz" userId="a93c9f21-0a8b-4e03-a699-d55aab52ecc9" providerId="ADAL" clId="{2A45BB8A-2422-48E5-A7D9-A1788AD4FC2C}" dt="2026-03-22T21:13:17.796" v="39712" actId="790"/>
          <ac:spMkLst>
            <pc:docMk/>
            <pc:sldMk cId="1018820980" sldId="285"/>
            <ac:spMk id="3" creationId="{694093BF-9C4A-C8CD-9BB9-3165D56C2380}"/>
          </ac:spMkLst>
        </pc:spChg>
        <pc:spChg chg="mod ord">
          <ac:chgData name="Alonso Cristian Garrido Díaz" userId="a93c9f21-0a8b-4e03-a699-d55aab52ecc9" providerId="ADAL" clId="{2A45BB8A-2422-48E5-A7D9-A1788AD4FC2C}" dt="2026-03-22T21:13:17.796" v="39712" actId="790"/>
          <ac:spMkLst>
            <pc:docMk/>
            <pc:sldMk cId="1018820980" sldId="285"/>
            <ac:spMk id="5" creationId="{B5A9CFC3-469B-3DB7-1AB2-0B606D1BEB94}"/>
          </ac:spMkLst>
        </pc:spChg>
        <pc:spChg chg="add mod">
          <ac:chgData name="Alonso Cristian Garrido Díaz" userId="a93c9f21-0a8b-4e03-a699-d55aab52ecc9" providerId="ADAL" clId="{2A45BB8A-2422-48E5-A7D9-A1788AD4FC2C}" dt="2026-03-24T22:39:48.673" v="40159" actId="1076"/>
          <ac:spMkLst>
            <pc:docMk/>
            <pc:sldMk cId="1018820980" sldId="285"/>
            <ac:spMk id="8" creationId="{2CD722B6-B2D7-0A25-5E12-5249B00D69A3}"/>
          </ac:spMkLst>
        </pc:spChg>
        <pc:spChg chg="add mod">
          <ac:chgData name="Alonso Cristian Garrido Díaz" userId="a93c9f21-0a8b-4e03-a699-d55aab52ecc9" providerId="ADAL" clId="{2A45BB8A-2422-48E5-A7D9-A1788AD4FC2C}" dt="2026-03-24T22:39:48.673" v="40159" actId="1076"/>
          <ac:spMkLst>
            <pc:docMk/>
            <pc:sldMk cId="1018820980" sldId="285"/>
            <ac:spMk id="14" creationId="{8AA1DB5D-AEF8-2656-DCA9-A5BDEAD164DE}"/>
          </ac:spMkLst>
        </pc:spChg>
        <pc:spChg chg="add mod">
          <ac:chgData name="Alonso Cristian Garrido Díaz" userId="a93c9f21-0a8b-4e03-a699-d55aab52ecc9" providerId="ADAL" clId="{2A45BB8A-2422-48E5-A7D9-A1788AD4FC2C}" dt="2026-03-24T22:39:48.673" v="40159" actId="1076"/>
          <ac:spMkLst>
            <pc:docMk/>
            <pc:sldMk cId="1018820980" sldId="285"/>
            <ac:spMk id="15" creationId="{4F86F1DD-0F5C-F26A-74D4-2AD4E09F99ED}"/>
          </ac:spMkLst>
        </pc:spChg>
        <pc:spChg chg="add mod">
          <ac:chgData name="Alonso Cristian Garrido Díaz" userId="a93c9f21-0a8b-4e03-a699-d55aab52ecc9" providerId="ADAL" clId="{2A45BB8A-2422-48E5-A7D9-A1788AD4FC2C}" dt="2026-03-24T22:39:48.673" v="40159" actId="1076"/>
          <ac:spMkLst>
            <pc:docMk/>
            <pc:sldMk cId="1018820980" sldId="285"/>
            <ac:spMk id="16" creationId="{62994CBA-FB44-0A7B-AEBB-4A5E9FBFE31E}"/>
          </ac:spMkLst>
        </pc:spChg>
        <pc:spChg chg="add mod">
          <ac:chgData name="Alonso Cristian Garrido Díaz" userId="a93c9f21-0a8b-4e03-a699-d55aab52ecc9" providerId="ADAL" clId="{2A45BB8A-2422-48E5-A7D9-A1788AD4FC2C}" dt="2026-03-22T21:13:17.796" v="39712" actId="790"/>
          <ac:spMkLst>
            <pc:docMk/>
            <pc:sldMk cId="1018820980" sldId="285"/>
            <ac:spMk id="17" creationId="{EBD73407-B059-7A28-24A3-57CB4F02C098}"/>
          </ac:spMkLst>
        </pc:spChg>
        <pc:spChg chg="add mod">
          <ac:chgData name="Alonso Cristian Garrido Díaz" userId="a93c9f21-0a8b-4e03-a699-d55aab52ecc9" providerId="ADAL" clId="{2A45BB8A-2422-48E5-A7D9-A1788AD4FC2C}" dt="2026-03-22T21:13:17.796" v="39712" actId="790"/>
          <ac:spMkLst>
            <pc:docMk/>
            <pc:sldMk cId="1018820980" sldId="285"/>
            <ac:spMk id="18" creationId="{D402EE62-7EE4-343F-BDB0-C479D7E7141F}"/>
          </ac:spMkLst>
        </pc:spChg>
        <pc:picChg chg="add mod">
          <ac:chgData name="Alonso Cristian Garrido Díaz" userId="a93c9f21-0a8b-4e03-a699-d55aab52ecc9" providerId="ADAL" clId="{2A45BB8A-2422-48E5-A7D9-A1788AD4FC2C}" dt="2026-03-24T22:39:41.843" v="40158" actId="1076"/>
          <ac:picMkLst>
            <pc:docMk/>
            <pc:sldMk cId="1018820980" sldId="285"/>
            <ac:picMk id="4" creationId="{A80A5419-4871-49CC-4857-AB0F17D62810}"/>
          </ac:picMkLst>
        </pc:picChg>
        <pc:picChg chg="add mod">
          <ac:chgData name="Alonso Cristian Garrido Díaz" userId="a93c9f21-0a8b-4e03-a699-d55aab52ecc9" providerId="ADAL" clId="{2A45BB8A-2422-48E5-A7D9-A1788AD4FC2C}" dt="2026-03-22T20:46:38.666" v="38764" actId="1076"/>
          <ac:picMkLst>
            <pc:docMk/>
            <pc:sldMk cId="1018820980" sldId="285"/>
            <ac:picMk id="6" creationId="{B2D5BE85-D62B-71A5-649D-A2048F046EF9}"/>
          </ac:picMkLst>
        </pc:picChg>
        <pc:picChg chg="mod ord modCrop">
          <ac:chgData name="Alonso Cristian Garrido Díaz" userId="a93c9f21-0a8b-4e03-a699-d55aab52ecc9" providerId="ADAL" clId="{2A45BB8A-2422-48E5-A7D9-A1788AD4FC2C}" dt="2026-03-22T20:46:36.110" v="38763" actId="1076"/>
          <ac:picMkLst>
            <pc:docMk/>
            <pc:sldMk cId="1018820980" sldId="285"/>
            <ac:picMk id="7" creationId="{F46755AE-1DE8-4076-DF1B-8B31410C0AAB}"/>
          </ac:picMkLst>
        </pc:picChg>
        <pc:picChg chg="mod">
          <ac:chgData name="Alonso Cristian Garrido Díaz" userId="a93c9f21-0a8b-4e03-a699-d55aab52ecc9" providerId="ADAL" clId="{2A45BB8A-2422-48E5-A7D9-A1788AD4FC2C}" dt="2026-03-24T22:39:37.060" v="40156" actId="1076"/>
          <ac:picMkLst>
            <pc:docMk/>
            <pc:sldMk cId="1018820980" sldId="285"/>
            <ac:picMk id="9" creationId="{A0892B41-488C-50CF-7BED-0C468EB4B81D}"/>
          </ac:picMkLst>
        </pc:picChg>
      </pc:sldChg>
      <pc:sldChg chg="addSp modSp mod ord modNotesTx">
        <pc:chgData name="Alonso Cristian Garrido Díaz" userId="a93c9f21-0a8b-4e03-a699-d55aab52ecc9" providerId="ADAL" clId="{2A45BB8A-2422-48E5-A7D9-A1788AD4FC2C}" dt="2026-03-26T01:33:53.254" v="41453" actId="20577"/>
        <pc:sldMkLst>
          <pc:docMk/>
          <pc:sldMk cId="2966157488" sldId="286"/>
        </pc:sldMkLst>
        <pc:spChg chg="mod">
          <ac:chgData name="Alonso Cristian Garrido Díaz" userId="a93c9f21-0a8b-4e03-a699-d55aab52ecc9" providerId="ADAL" clId="{2A45BB8A-2422-48E5-A7D9-A1788AD4FC2C}" dt="2026-03-22T21:13:17.796" v="39712" actId="790"/>
          <ac:spMkLst>
            <pc:docMk/>
            <pc:sldMk cId="2966157488" sldId="286"/>
            <ac:spMk id="2" creationId="{7AF22D55-7FFA-D875-5137-B7EA5C0B7C57}"/>
          </ac:spMkLst>
        </pc:spChg>
        <pc:spChg chg="add mod">
          <ac:chgData name="Alonso Cristian Garrido Díaz" userId="a93c9f21-0a8b-4e03-a699-d55aab52ecc9" providerId="ADAL" clId="{2A45BB8A-2422-48E5-A7D9-A1788AD4FC2C}" dt="2026-03-22T21:13:17.796" v="39712" actId="790"/>
          <ac:spMkLst>
            <pc:docMk/>
            <pc:sldMk cId="2966157488" sldId="286"/>
            <ac:spMk id="3" creationId="{F86FF65C-825C-7B51-06DB-CC0DBDC116A9}"/>
          </ac:spMkLst>
        </pc:spChg>
        <pc:spChg chg="mod">
          <ac:chgData name="Alonso Cristian Garrido Díaz" userId="a93c9f21-0a8b-4e03-a699-d55aab52ecc9" providerId="ADAL" clId="{2A45BB8A-2422-48E5-A7D9-A1788AD4FC2C}" dt="2026-03-22T21:13:17.796" v="39712" actId="790"/>
          <ac:spMkLst>
            <pc:docMk/>
            <pc:sldMk cId="2966157488" sldId="286"/>
            <ac:spMk id="5" creationId="{2E6C0415-6600-F8DB-0504-1B6ADDC278B4}"/>
          </ac:spMkLst>
        </pc:spChg>
        <pc:picChg chg="mod">
          <ac:chgData name="Alonso Cristian Garrido Díaz" userId="a93c9f21-0a8b-4e03-a699-d55aab52ecc9" providerId="ADAL" clId="{2A45BB8A-2422-48E5-A7D9-A1788AD4FC2C}" dt="2026-03-22T17:50:54.826" v="35362" actId="1076"/>
          <ac:picMkLst>
            <pc:docMk/>
            <pc:sldMk cId="2966157488" sldId="286"/>
            <ac:picMk id="7" creationId="{DF1D24A0-80B9-C28D-332B-1F7169D17E33}"/>
          </ac:picMkLst>
        </pc:picChg>
      </pc:sldChg>
      <pc:sldChg chg="addSp modSp mod modNotes modNotesTx">
        <pc:chgData name="Alonso Cristian Garrido Díaz" userId="a93c9f21-0a8b-4e03-a699-d55aab52ecc9" providerId="ADAL" clId="{2A45BB8A-2422-48E5-A7D9-A1788AD4FC2C}" dt="2026-03-26T01:43:02.046" v="41456"/>
        <pc:sldMkLst>
          <pc:docMk/>
          <pc:sldMk cId="2372640825" sldId="287"/>
        </pc:sldMkLst>
        <pc:spChg chg="mod">
          <ac:chgData name="Alonso Cristian Garrido Díaz" userId="a93c9f21-0a8b-4e03-a699-d55aab52ecc9" providerId="ADAL" clId="{2A45BB8A-2422-48E5-A7D9-A1788AD4FC2C}" dt="2026-03-22T21:13:17.796" v="39712" actId="790"/>
          <ac:spMkLst>
            <pc:docMk/>
            <pc:sldMk cId="2372640825" sldId="287"/>
            <ac:spMk id="2" creationId="{8129B0C3-727D-06BE-F7D6-271A5775CFB7}"/>
          </ac:spMkLst>
        </pc:spChg>
        <pc:spChg chg="mod">
          <ac:chgData name="Alonso Cristian Garrido Díaz" userId="a93c9f21-0a8b-4e03-a699-d55aab52ecc9" providerId="ADAL" clId="{2A45BB8A-2422-48E5-A7D9-A1788AD4FC2C}" dt="2026-03-22T21:13:17.796" v="39712" actId="790"/>
          <ac:spMkLst>
            <pc:docMk/>
            <pc:sldMk cId="2372640825" sldId="287"/>
            <ac:spMk id="5" creationId="{3FF0BA3E-9994-3320-664F-28E56CF8FA8C}"/>
          </ac:spMkLst>
        </pc:spChg>
        <pc:picChg chg="add mod">
          <ac:chgData name="Alonso Cristian Garrido Díaz" userId="a93c9f21-0a8b-4e03-a699-d55aab52ecc9" providerId="ADAL" clId="{2A45BB8A-2422-48E5-A7D9-A1788AD4FC2C}" dt="2026-03-19T20:42:41.727" v="19035"/>
          <ac:picMkLst>
            <pc:docMk/>
            <pc:sldMk cId="2372640825" sldId="287"/>
            <ac:picMk id="4" creationId="{B72C81EE-40CE-69CD-5E1B-98B7843148EE}"/>
          </ac:picMkLst>
        </pc:picChg>
        <pc:picChg chg="mod">
          <ac:chgData name="Alonso Cristian Garrido Díaz" userId="a93c9f21-0a8b-4e03-a699-d55aab52ecc9" providerId="ADAL" clId="{2A45BB8A-2422-48E5-A7D9-A1788AD4FC2C}" dt="2026-03-19T20:42:41.727" v="19035"/>
          <ac:picMkLst>
            <pc:docMk/>
            <pc:sldMk cId="2372640825" sldId="287"/>
            <ac:picMk id="7" creationId="{605C68C4-94CD-CA52-88D6-DED6ED28BCBD}"/>
          </ac:picMkLst>
        </pc:picChg>
      </pc:sldChg>
      <pc:sldChg chg="addSp delSp modSp mod modNotes modNotesTx">
        <pc:chgData name="Alonso Cristian Garrido Díaz" userId="a93c9f21-0a8b-4e03-a699-d55aab52ecc9" providerId="ADAL" clId="{2A45BB8A-2422-48E5-A7D9-A1788AD4FC2C}" dt="2026-03-26T01:43:02.046" v="41456"/>
        <pc:sldMkLst>
          <pc:docMk/>
          <pc:sldMk cId="1339715066" sldId="288"/>
        </pc:sldMkLst>
        <pc:spChg chg="mod">
          <ac:chgData name="Alonso Cristian Garrido Díaz" userId="a93c9f21-0a8b-4e03-a699-d55aab52ecc9" providerId="ADAL" clId="{2A45BB8A-2422-48E5-A7D9-A1788AD4FC2C}" dt="2026-03-22T21:13:17.796" v="39712" actId="790"/>
          <ac:spMkLst>
            <pc:docMk/>
            <pc:sldMk cId="1339715066" sldId="288"/>
            <ac:spMk id="2" creationId="{A7843FEF-351C-8453-DD24-0E9CD80BF2A9}"/>
          </ac:spMkLst>
        </pc:spChg>
        <pc:spChg chg="add mod">
          <ac:chgData name="Alonso Cristian Garrido Díaz" userId="a93c9f21-0a8b-4e03-a699-d55aab52ecc9" providerId="ADAL" clId="{2A45BB8A-2422-48E5-A7D9-A1788AD4FC2C}" dt="2026-03-22T21:13:17.796" v="39712" actId="790"/>
          <ac:spMkLst>
            <pc:docMk/>
            <pc:sldMk cId="1339715066" sldId="288"/>
            <ac:spMk id="4" creationId="{83D45DD8-6E5C-07FD-F3C5-9497C4D3F258}"/>
          </ac:spMkLst>
        </pc:spChg>
        <pc:spChg chg="mod">
          <ac:chgData name="Alonso Cristian Garrido Díaz" userId="a93c9f21-0a8b-4e03-a699-d55aab52ecc9" providerId="ADAL" clId="{2A45BB8A-2422-48E5-A7D9-A1788AD4FC2C}" dt="2026-03-22T21:13:17.796" v="39712" actId="790"/>
          <ac:spMkLst>
            <pc:docMk/>
            <pc:sldMk cId="1339715066" sldId="288"/>
            <ac:spMk id="5" creationId="{6460EBF0-5564-EE8B-37BF-07EE0DCC72CF}"/>
          </ac:spMkLst>
        </pc:spChg>
        <pc:spChg chg="add mod">
          <ac:chgData name="Alonso Cristian Garrido Díaz" userId="a93c9f21-0a8b-4e03-a699-d55aab52ecc9" providerId="ADAL" clId="{2A45BB8A-2422-48E5-A7D9-A1788AD4FC2C}" dt="2026-03-22T21:13:17.796" v="39712" actId="790"/>
          <ac:spMkLst>
            <pc:docMk/>
            <pc:sldMk cId="1339715066" sldId="288"/>
            <ac:spMk id="6" creationId="{73240132-82EE-6301-2BA0-387229DB7533}"/>
          </ac:spMkLst>
        </pc:spChg>
        <pc:spChg chg="add mod">
          <ac:chgData name="Alonso Cristian Garrido Díaz" userId="a93c9f21-0a8b-4e03-a699-d55aab52ecc9" providerId="ADAL" clId="{2A45BB8A-2422-48E5-A7D9-A1788AD4FC2C}" dt="2026-03-22T21:13:17.796" v="39712" actId="790"/>
          <ac:spMkLst>
            <pc:docMk/>
            <pc:sldMk cId="1339715066" sldId="288"/>
            <ac:spMk id="15" creationId="{42E3B56F-1459-2EC8-9360-4B26C1E0F43E}"/>
          </ac:spMkLst>
        </pc:spChg>
        <pc:picChg chg="mod">
          <ac:chgData name="Alonso Cristian Garrido Díaz" userId="a93c9f21-0a8b-4e03-a699-d55aab52ecc9" providerId="ADAL" clId="{2A45BB8A-2422-48E5-A7D9-A1788AD4FC2C}" dt="2026-03-22T20:50:07.719" v="39011" actId="1035"/>
          <ac:picMkLst>
            <pc:docMk/>
            <pc:sldMk cId="1339715066" sldId="288"/>
            <ac:picMk id="9" creationId="{89787498-23C5-CE0A-9F74-4C02C16BC94A}"/>
          </ac:picMkLst>
        </pc:picChg>
        <pc:picChg chg="mod">
          <ac:chgData name="Alonso Cristian Garrido Díaz" userId="a93c9f21-0a8b-4e03-a699-d55aab52ecc9" providerId="ADAL" clId="{2A45BB8A-2422-48E5-A7D9-A1788AD4FC2C}" dt="2026-03-22T20:50:07.719" v="39011" actId="1035"/>
          <ac:picMkLst>
            <pc:docMk/>
            <pc:sldMk cId="1339715066" sldId="288"/>
            <ac:picMk id="13" creationId="{7884C00E-8050-C5F0-703A-9D97C3805E81}"/>
          </ac:picMkLst>
        </pc:picChg>
        <pc:picChg chg="mod">
          <ac:chgData name="Alonso Cristian Garrido Díaz" userId="a93c9f21-0a8b-4e03-a699-d55aab52ecc9" providerId="ADAL" clId="{2A45BB8A-2422-48E5-A7D9-A1788AD4FC2C}" dt="2026-03-22T20:50:19.067" v="39012" actId="14100"/>
          <ac:picMkLst>
            <pc:docMk/>
            <pc:sldMk cId="1339715066" sldId="288"/>
            <ac:picMk id="17" creationId="{B109E91B-4CDE-08ED-FE75-9EFD2CDB937D}"/>
          </ac:picMkLst>
        </pc:picChg>
      </pc:sldChg>
      <pc:sldChg chg="addSp delSp modSp mod modClrScheme chgLayout modNotes modNotesTx">
        <pc:chgData name="Alonso Cristian Garrido Díaz" userId="a93c9f21-0a8b-4e03-a699-d55aab52ecc9" providerId="ADAL" clId="{2A45BB8A-2422-48E5-A7D9-A1788AD4FC2C}" dt="2026-03-26T01:43:02.046" v="41456"/>
        <pc:sldMkLst>
          <pc:docMk/>
          <pc:sldMk cId="2510415412" sldId="289"/>
        </pc:sldMkLst>
        <pc:spChg chg="mod ord">
          <ac:chgData name="Alonso Cristian Garrido Díaz" userId="a93c9f21-0a8b-4e03-a699-d55aab52ecc9" providerId="ADAL" clId="{2A45BB8A-2422-48E5-A7D9-A1788AD4FC2C}" dt="2026-03-25T18:27:19.703" v="40359" actId="207"/>
          <ac:spMkLst>
            <pc:docMk/>
            <pc:sldMk cId="2510415412" sldId="289"/>
            <ac:spMk id="2" creationId="{DE19D8A1-861F-28E4-6351-8397AC0C178B}"/>
          </ac:spMkLst>
        </pc:spChg>
        <pc:spChg chg="add mod">
          <ac:chgData name="Alonso Cristian Garrido Díaz" userId="a93c9f21-0a8b-4e03-a699-d55aab52ecc9" providerId="ADAL" clId="{2A45BB8A-2422-48E5-A7D9-A1788AD4FC2C}" dt="2026-03-25T18:27:21.341" v="40360" actId="207"/>
          <ac:spMkLst>
            <pc:docMk/>
            <pc:sldMk cId="2510415412" sldId="289"/>
            <ac:spMk id="4" creationId="{6D8190EE-9435-EA7F-8AE1-F4AC10DBB5DE}"/>
          </ac:spMkLst>
        </pc:spChg>
        <pc:spChg chg="mod ord">
          <ac:chgData name="Alonso Cristian Garrido Díaz" userId="a93c9f21-0a8b-4e03-a699-d55aab52ecc9" providerId="ADAL" clId="{2A45BB8A-2422-48E5-A7D9-A1788AD4FC2C}" dt="2026-03-22T21:13:17.796" v="39712" actId="790"/>
          <ac:spMkLst>
            <pc:docMk/>
            <pc:sldMk cId="2510415412" sldId="289"/>
            <ac:spMk id="8" creationId="{EA4FDD77-2EE0-7696-60FB-0AA3CB6B706C}"/>
          </ac:spMkLst>
        </pc:spChg>
        <pc:picChg chg="mod ord modCrop">
          <ac:chgData name="Alonso Cristian Garrido Díaz" userId="a93c9f21-0a8b-4e03-a699-d55aab52ecc9" providerId="ADAL" clId="{2A45BB8A-2422-48E5-A7D9-A1788AD4FC2C}" dt="2026-03-22T20:51:33.776" v="39029" actId="1076"/>
          <ac:picMkLst>
            <pc:docMk/>
            <pc:sldMk cId="2510415412" sldId="289"/>
            <ac:picMk id="16" creationId="{46EB4101-54E4-002D-9B29-7DC7CC2EE2C2}"/>
          </ac:picMkLst>
        </pc:picChg>
      </pc:sldChg>
      <pc:sldChg chg="addSp delSp modSp mod">
        <pc:chgData name="Alonso Cristian Garrido Díaz" userId="a93c9f21-0a8b-4e03-a699-d55aab52ecc9" providerId="ADAL" clId="{2A45BB8A-2422-48E5-A7D9-A1788AD4FC2C}" dt="2026-03-22T21:13:17.796" v="39712" actId="790"/>
        <pc:sldMkLst>
          <pc:docMk/>
          <pc:sldMk cId="1975052967" sldId="290"/>
        </pc:sldMkLst>
        <pc:spChg chg="mod">
          <ac:chgData name="Alonso Cristian Garrido Díaz" userId="a93c9f21-0a8b-4e03-a699-d55aab52ecc9" providerId="ADAL" clId="{2A45BB8A-2422-48E5-A7D9-A1788AD4FC2C}" dt="2026-03-22T21:13:17.796" v="39712" actId="790"/>
          <ac:spMkLst>
            <pc:docMk/>
            <pc:sldMk cId="1975052967" sldId="290"/>
            <ac:spMk id="2" creationId="{663ABD16-D72C-7B67-3A4A-9FE4AA439587}"/>
          </ac:spMkLst>
        </pc:spChg>
        <pc:spChg chg="add mod">
          <ac:chgData name="Alonso Cristian Garrido Díaz" userId="a93c9f21-0a8b-4e03-a699-d55aab52ecc9" providerId="ADAL" clId="{2A45BB8A-2422-48E5-A7D9-A1788AD4FC2C}" dt="2026-03-22T21:13:17.796" v="39712" actId="790"/>
          <ac:spMkLst>
            <pc:docMk/>
            <pc:sldMk cId="1975052967" sldId="290"/>
            <ac:spMk id="4" creationId="{2FE3FD37-CF02-9A7F-8BC4-B718A5F431C1}"/>
          </ac:spMkLst>
        </pc:spChg>
        <pc:spChg chg="mod">
          <ac:chgData name="Alonso Cristian Garrido Díaz" userId="a93c9f21-0a8b-4e03-a699-d55aab52ecc9" providerId="ADAL" clId="{2A45BB8A-2422-48E5-A7D9-A1788AD4FC2C}" dt="2026-03-22T21:13:17.796" v="39712" actId="790"/>
          <ac:spMkLst>
            <pc:docMk/>
            <pc:sldMk cId="1975052967" sldId="290"/>
            <ac:spMk id="5" creationId="{93120A94-0493-C017-24E9-9AA83CABDD30}"/>
          </ac:spMkLst>
        </pc:spChg>
        <pc:spChg chg="add mod">
          <ac:chgData name="Alonso Cristian Garrido Díaz" userId="a93c9f21-0a8b-4e03-a699-d55aab52ecc9" providerId="ADAL" clId="{2A45BB8A-2422-48E5-A7D9-A1788AD4FC2C}" dt="2026-03-22T21:13:17.796" v="39712" actId="790"/>
          <ac:spMkLst>
            <pc:docMk/>
            <pc:sldMk cId="1975052967" sldId="290"/>
            <ac:spMk id="7" creationId="{E2F39BB8-436D-20E0-1BF0-646908272E4E}"/>
          </ac:spMkLst>
        </pc:spChg>
      </pc:sldChg>
      <pc:sldChg chg="modSp mod">
        <pc:chgData name="Alonso Cristian Garrido Díaz" userId="a93c9f21-0a8b-4e03-a699-d55aab52ecc9" providerId="ADAL" clId="{2A45BB8A-2422-48E5-A7D9-A1788AD4FC2C}" dt="2026-03-22T21:13:17.796" v="39712" actId="790"/>
        <pc:sldMkLst>
          <pc:docMk/>
          <pc:sldMk cId="4163798694" sldId="291"/>
        </pc:sldMkLst>
        <pc:spChg chg="mod">
          <ac:chgData name="Alonso Cristian Garrido Díaz" userId="a93c9f21-0a8b-4e03-a699-d55aab52ecc9" providerId="ADAL" clId="{2A45BB8A-2422-48E5-A7D9-A1788AD4FC2C}" dt="2026-03-22T21:13:17.796" v="39712" actId="790"/>
          <ac:spMkLst>
            <pc:docMk/>
            <pc:sldMk cId="4163798694" sldId="291"/>
            <ac:spMk id="2" creationId="{DE45021D-13AE-08A4-9C46-939447879CD6}"/>
          </ac:spMkLst>
        </pc:spChg>
        <pc:spChg chg="mod">
          <ac:chgData name="Alonso Cristian Garrido Díaz" userId="a93c9f21-0a8b-4e03-a699-d55aab52ecc9" providerId="ADAL" clId="{2A45BB8A-2422-48E5-A7D9-A1788AD4FC2C}" dt="2026-03-22T21:13:17.796" v="39712" actId="790"/>
          <ac:spMkLst>
            <pc:docMk/>
            <pc:sldMk cId="4163798694" sldId="291"/>
            <ac:spMk id="5" creationId="{A44CD4C2-9A97-1ED6-874C-A98186D0144C}"/>
          </ac:spMkLst>
        </pc:spChg>
        <pc:picChg chg="mod">
          <ac:chgData name="Alonso Cristian Garrido Díaz" userId="a93c9f21-0a8b-4e03-a699-d55aab52ecc9" providerId="ADAL" clId="{2A45BB8A-2422-48E5-A7D9-A1788AD4FC2C}" dt="2026-03-19T20:42:41.727" v="19035"/>
          <ac:picMkLst>
            <pc:docMk/>
            <pc:sldMk cId="4163798694" sldId="291"/>
            <ac:picMk id="7" creationId="{3A9E9AAA-4527-3606-D15A-677E809BD391}"/>
          </ac:picMkLst>
        </pc:picChg>
        <pc:picChg chg="mod">
          <ac:chgData name="Alonso Cristian Garrido Díaz" userId="a93c9f21-0a8b-4e03-a699-d55aab52ecc9" providerId="ADAL" clId="{2A45BB8A-2422-48E5-A7D9-A1788AD4FC2C}" dt="2026-03-19T20:42:41.727" v="19035"/>
          <ac:picMkLst>
            <pc:docMk/>
            <pc:sldMk cId="4163798694" sldId="291"/>
            <ac:picMk id="9" creationId="{0BBAE6F0-D8A3-071D-678A-21FCE2D6E781}"/>
          </ac:picMkLst>
        </pc:picChg>
        <pc:picChg chg="mod">
          <ac:chgData name="Alonso Cristian Garrido Díaz" userId="a93c9f21-0a8b-4e03-a699-d55aab52ecc9" providerId="ADAL" clId="{2A45BB8A-2422-48E5-A7D9-A1788AD4FC2C}" dt="2026-03-19T20:42:41.727" v="19035"/>
          <ac:picMkLst>
            <pc:docMk/>
            <pc:sldMk cId="4163798694" sldId="291"/>
            <ac:picMk id="11" creationId="{BE0A607A-3373-B338-ABCD-CF45C1364FE8}"/>
          </ac:picMkLst>
        </pc:picChg>
      </pc:sldChg>
      <pc:sldChg chg="modSp mod">
        <pc:chgData name="Alonso Cristian Garrido Díaz" userId="a93c9f21-0a8b-4e03-a699-d55aab52ecc9" providerId="ADAL" clId="{2A45BB8A-2422-48E5-A7D9-A1788AD4FC2C}" dt="2026-03-22T21:13:17.796" v="39712" actId="790"/>
        <pc:sldMkLst>
          <pc:docMk/>
          <pc:sldMk cId="1717213343" sldId="293"/>
        </pc:sldMkLst>
        <pc:spChg chg="mod">
          <ac:chgData name="Alonso Cristian Garrido Díaz" userId="a93c9f21-0a8b-4e03-a699-d55aab52ecc9" providerId="ADAL" clId="{2A45BB8A-2422-48E5-A7D9-A1788AD4FC2C}" dt="2026-03-22T21:13:17.796" v="39712" actId="790"/>
          <ac:spMkLst>
            <pc:docMk/>
            <pc:sldMk cId="1717213343" sldId="293"/>
            <ac:spMk id="2" creationId="{F9650BD5-61CF-7CFA-6C00-CCA11047ECFD}"/>
          </ac:spMkLst>
        </pc:spChg>
        <pc:spChg chg="mod">
          <ac:chgData name="Alonso Cristian Garrido Díaz" userId="a93c9f21-0a8b-4e03-a699-d55aab52ecc9" providerId="ADAL" clId="{2A45BB8A-2422-48E5-A7D9-A1788AD4FC2C}" dt="2026-03-22T21:13:17.796" v="39712" actId="790"/>
          <ac:spMkLst>
            <pc:docMk/>
            <pc:sldMk cId="1717213343" sldId="293"/>
            <ac:spMk id="6" creationId="{F3FE1D08-B4B6-42AD-EF99-1C0607103E77}"/>
          </ac:spMkLst>
        </pc:spChg>
        <pc:spChg chg="mod">
          <ac:chgData name="Alonso Cristian Garrido Díaz" userId="a93c9f21-0a8b-4e03-a699-d55aab52ecc9" providerId="ADAL" clId="{2A45BB8A-2422-48E5-A7D9-A1788AD4FC2C}" dt="2026-03-22T21:13:17.796" v="39712" actId="790"/>
          <ac:spMkLst>
            <pc:docMk/>
            <pc:sldMk cId="1717213343" sldId="293"/>
            <ac:spMk id="13" creationId="{17DA5EC7-CD73-3CA4-AEFA-D24AF6AED3D1}"/>
          </ac:spMkLst>
        </pc:spChg>
        <pc:picChg chg="mod">
          <ac:chgData name="Alonso Cristian Garrido Díaz" userId="a93c9f21-0a8b-4e03-a699-d55aab52ecc9" providerId="ADAL" clId="{2A45BB8A-2422-48E5-A7D9-A1788AD4FC2C}" dt="2026-03-19T20:42:41.727" v="19035"/>
          <ac:picMkLst>
            <pc:docMk/>
            <pc:sldMk cId="1717213343" sldId="293"/>
            <ac:picMk id="10" creationId="{6DB19F7C-DC8A-C1CF-9B48-7E05C3ED56AD}"/>
          </ac:picMkLst>
        </pc:picChg>
      </pc:sldChg>
      <pc:sldChg chg="modSp mod">
        <pc:chgData name="Alonso Cristian Garrido Díaz" userId="a93c9f21-0a8b-4e03-a699-d55aab52ecc9" providerId="ADAL" clId="{2A45BB8A-2422-48E5-A7D9-A1788AD4FC2C}" dt="2026-03-22T21:13:17.796" v="39712" actId="790"/>
        <pc:sldMkLst>
          <pc:docMk/>
          <pc:sldMk cId="2759023078" sldId="294"/>
        </pc:sldMkLst>
        <pc:spChg chg="mod">
          <ac:chgData name="Alonso Cristian Garrido Díaz" userId="a93c9f21-0a8b-4e03-a699-d55aab52ecc9" providerId="ADAL" clId="{2A45BB8A-2422-48E5-A7D9-A1788AD4FC2C}" dt="2026-03-22T21:13:17.796" v="39712" actId="790"/>
          <ac:spMkLst>
            <pc:docMk/>
            <pc:sldMk cId="2759023078" sldId="294"/>
            <ac:spMk id="6" creationId="{F081F7C2-BEC9-AAD1-8848-A6B3E7C7BDA9}"/>
          </ac:spMkLst>
        </pc:spChg>
        <pc:spChg chg="mod">
          <ac:chgData name="Alonso Cristian Garrido Díaz" userId="a93c9f21-0a8b-4e03-a699-d55aab52ecc9" providerId="ADAL" clId="{2A45BB8A-2422-48E5-A7D9-A1788AD4FC2C}" dt="2026-03-22T21:13:17.796" v="39712" actId="790"/>
          <ac:spMkLst>
            <pc:docMk/>
            <pc:sldMk cId="2759023078" sldId="294"/>
            <ac:spMk id="11" creationId="{AD9094C9-737D-A51B-E5C9-D054D13CBF7C}"/>
          </ac:spMkLst>
        </pc:spChg>
        <pc:picChg chg="mod">
          <ac:chgData name="Alonso Cristian Garrido Díaz" userId="a93c9f21-0a8b-4e03-a699-d55aab52ecc9" providerId="ADAL" clId="{2A45BB8A-2422-48E5-A7D9-A1788AD4FC2C}" dt="2026-03-19T20:42:41.727" v="19035"/>
          <ac:picMkLst>
            <pc:docMk/>
            <pc:sldMk cId="2759023078" sldId="294"/>
            <ac:picMk id="8" creationId="{5A6F4493-5B97-98FE-9E12-D60B8C386C28}"/>
          </ac:picMkLst>
        </pc:picChg>
        <pc:picChg chg="mod">
          <ac:chgData name="Alonso Cristian Garrido Díaz" userId="a93c9f21-0a8b-4e03-a699-d55aab52ecc9" providerId="ADAL" clId="{2A45BB8A-2422-48E5-A7D9-A1788AD4FC2C}" dt="2026-03-19T20:42:41.727" v="19035"/>
          <ac:picMkLst>
            <pc:docMk/>
            <pc:sldMk cId="2759023078" sldId="294"/>
            <ac:picMk id="10" creationId="{A9EF2636-DF81-2E1D-A959-87FC479A2260}"/>
          </ac:picMkLst>
        </pc:picChg>
      </pc:sldChg>
      <pc:sldChg chg="modSp mod">
        <pc:chgData name="Alonso Cristian Garrido Díaz" userId="a93c9f21-0a8b-4e03-a699-d55aab52ecc9" providerId="ADAL" clId="{2A45BB8A-2422-48E5-A7D9-A1788AD4FC2C}" dt="2026-03-22T21:13:17.796" v="39712" actId="790"/>
        <pc:sldMkLst>
          <pc:docMk/>
          <pc:sldMk cId="3499648960" sldId="295"/>
        </pc:sldMkLst>
        <pc:spChg chg="mod">
          <ac:chgData name="Alonso Cristian Garrido Díaz" userId="a93c9f21-0a8b-4e03-a699-d55aab52ecc9" providerId="ADAL" clId="{2A45BB8A-2422-48E5-A7D9-A1788AD4FC2C}" dt="2026-03-22T21:13:17.796" v="39712" actId="790"/>
          <ac:spMkLst>
            <pc:docMk/>
            <pc:sldMk cId="3499648960" sldId="295"/>
            <ac:spMk id="2" creationId="{73A19B10-B065-D513-0AC7-B5C9B02E7DC5}"/>
          </ac:spMkLst>
        </pc:spChg>
        <pc:spChg chg="mod">
          <ac:chgData name="Alonso Cristian Garrido Díaz" userId="a93c9f21-0a8b-4e03-a699-d55aab52ecc9" providerId="ADAL" clId="{2A45BB8A-2422-48E5-A7D9-A1788AD4FC2C}" dt="2026-03-22T21:13:17.796" v="39712" actId="790"/>
          <ac:spMkLst>
            <pc:docMk/>
            <pc:sldMk cId="3499648960" sldId="295"/>
            <ac:spMk id="6" creationId="{B4D98113-0404-CFF3-59A3-9F4BAEC7970A}"/>
          </ac:spMkLst>
        </pc:spChg>
        <pc:picChg chg="mod">
          <ac:chgData name="Alonso Cristian Garrido Díaz" userId="a93c9f21-0a8b-4e03-a699-d55aab52ecc9" providerId="ADAL" clId="{2A45BB8A-2422-48E5-A7D9-A1788AD4FC2C}" dt="2026-03-19T20:42:41.727" v="19035"/>
          <ac:picMkLst>
            <pc:docMk/>
            <pc:sldMk cId="3499648960" sldId="295"/>
            <ac:picMk id="10" creationId="{D5CECF4E-8DAD-D8C5-89D5-E7D9DF302B9B}"/>
          </ac:picMkLst>
        </pc:picChg>
        <pc:picChg chg="mod">
          <ac:chgData name="Alonso Cristian Garrido Díaz" userId="a93c9f21-0a8b-4e03-a699-d55aab52ecc9" providerId="ADAL" clId="{2A45BB8A-2422-48E5-A7D9-A1788AD4FC2C}" dt="2026-03-19T20:42:41.727" v="19035"/>
          <ac:picMkLst>
            <pc:docMk/>
            <pc:sldMk cId="3499648960" sldId="295"/>
            <ac:picMk id="12" creationId="{0749A917-3DAC-AE72-CE3C-AB32A958A64D}"/>
          </ac:picMkLst>
        </pc:picChg>
      </pc:sldChg>
      <pc:sldChg chg="addSp delSp modSp new mod modClrScheme chgLayout">
        <pc:chgData name="Alonso Cristian Garrido Díaz" userId="a93c9f21-0a8b-4e03-a699-d55aab52ecc9" providerId="ADAL" clId="{2A45BB8A-2422-48E5-A7D9-A1788AD4FC2C}" dt="2026-03-22T21:13:17.796" v="39712" actId="790"/>
        <pc:sldMkLst>
          <pc:docMk/>
          <pc:sldMk cId="853816119" sldId="296"/>
        </pc:sldMkLst>
        <pc:spChg chg="mod">
          <ac:chgData name="Alonso Cristian Garrido Díaz" userId="a93c9f21-0a8b-4e03-a699-d55aab52ecc9" providerId="ADAL" clId="{2A45BB8A-2422-48E5-A7D9-A1788AD4FC2C}" dt="2026-03-22T21:13:17.796" v="39712" actId="790"/>
          <ac:spMkLst>
            <pc:docMk/>
            <pc:sldMk cId="853816119" sldId="296"/>
            <ac:spMk id="2" creationId="{0DB16B96-5770-7B44-27D6-41634BC6B2CF}"/>
          </ac:spMkLst>
        </pc:spChg>
        <pc:spChg chg="mod">
          <ac:chgData name="Alonso Cristian Garrido Díaz" userId="a93c9f21-0a8b-4e03-a699-d55aab52ecc9" providerId="ADAL" clId="{2A45BB8A-2422-48E5-A7D9-A1788AD4FC2C}" dt="2026-03-22T21:13:17.796" v="39712" actId="790"/>
          <ac:spMkLst>
            <pc:docMk/>
            <pc:sldMk cId="853816119" sldId="296"/>
            <ac:spMk id="6" creationId="{68D8E1D7-2DA1-08CF-FC57-FFD5FB62549B}"/>
          </ac:spMkLst>
        </pc:spChg>
        <pc:picChg chg="add mod ord">
          <ac:chgData name="Alonso Cristian Garrido Díaz" userId="a93c9f21-0a8b-4e03-a699-d55aab52ecc9" providerId="ADAL" clId="{2A45BB8A-2422-48E5-A7D9-A1788AD4FC2C}" dt="2026-03-19T20:42:41.727" v="19035"/>
          <ac:picMkLst>
            <pc:docMk/>
            <pc:sldMk cId="853816119" sldId="296"/>
            <ac:picMk id="9" creationId="{8B6BD71C-86FC-D53E-3F79-56988E9EF1B8}"/>
          </ac:picMkLst>
        </pc:picChg>
      </pc:sldChg>
      <pc:sldChg chg="addSp modSp new mod">
        <pc:chgData name="Alonso Cristian Garrido Díaz" userId="a93c9f21-0a8b-4e03-a699-d55aab52ecc9" providerId="ADAL" clId="{2A45BB8A-2422-48E5-A7D9-A1788AD4FC2C}" dt="2026-03-22T21:13:17.796" v="39712" actId="790"/>
        <pc:sldMkLst>
          <pc:docMk/>
          <pc:sldMk cId="155493857" sldId="297"/>
        </pc:sldMkLst>
        <pc:spChg chg="mod">
          <ac:chgData name="Alonso Cristian Garrido Díaz" userId="a93c9f21-0a8b-4e03-a699-d55aab52ecc9" providerId="ADAL" clId="{2A45BB8A-2422-48E5-A7D9-A1788AD4FC2C}" dt="2026-03-22T21:13:17.796" v="39712" actId="790"/>
          <ac:spMkLst>
            <pc:docMk/>
            <pc:sldMk cId="155493857" sldId="297"/>
            <ac:spMk id="2" creationId="{479EC422-1224-3652-A63E-B3FAC5037C2B}"/>
          </ac:spMkLst>
        </pc:spChg>
        <pc:picChg chg="add mod">
          <ac:chgData name="Alonso Cristian Garrido Díaz" userId="a93c9f21-0a8b-4e03-a699-d55aab52ecc9" providerId="ADAL" clId="{2A45BB8A-2422-48E5-A7D9-A1788AD4FC2C}" dt="2026-03-21T22:55:54.685" v="26616"/>
          <ac:picMkLst>
            <pc:docMk/>
            <pc:sldMk cId="155493857" sldId="297"/>
            <ac:picMk id="3" creationId="{75E89545-3363-87D9-6B60-B8AD9A5E3F42}"/>
          </ac:picMkLst>
        </pc:picChg>
      </pc:sldChg>
      <pc:sldChg chg="addSp delSp modSp new mod">
        <pc:chgData name="Alonso Cristian Garrido Díaz" userId="a93c9f21-0a8b-4e03-a699-d55aab52ecc9" providerId="ADAL" clId="{2A45BB8A-2422-48E5-A7D9-A1788AD4FC2C}" dt="2026-03-22T21:13:17.796" v="39712" actId="790"/>
        <pc:sldMkLst>
          <pc:docMk/>
          <pc:sldMk cId="3993323581" sldId="298"/>
        </pc:sldMkLst>
        <pc:spChg chg="mod">
          <ac:chgData name="Alonso Cristian Garrido Díaz" userId="a93c9f21-0a8b-4e03-a699-d55aab52ecc9" providerId="ADAL" clId="{2A45BB8A-2422-48E5-A7D9-A1788AD4FC2C}" dt="2026-03-22T21:13:17.796" v="39712" actId="790"/>
          <ac:spMkLst>
            <pc:docMk/>
            <pc:sldMk cId="3993323581" sldId="298"/>
            <ac:spMk id="2" creationId="{DD305FA1-404A-8FB3-198A-5F0EB16A2886}"/>
          </ac:spMkLst>
        </pc:spChg>
        <pc:picChg chg="add mod">
          <ac:chgData name="Alonso Cristian Garrido Díaz" userId="a93c9f21-0a8b-4e03-a699-d55aab52ecc9" providerId="ADAL" clId="{2A45BB8A-2422-48E5-A7D9-A1788AD4FC2C}" dt="2026-03-21T23:06:39.266" v="26925" actId="14100"/>
          <ac:picMkLst>
            <pc:docMk/>
            <pc:sldMk cId="3993323581" sldId="298"/>
            <ac:picMk id="6" creationId="{A5A04828-4954-6B4E-FC57-B001A7FAF5CA}"/>
          </ac:picMkLst>
        </pc:picChg>
      </pc:sldChg>
      <pc:sldChg chg="addSp modSp add mod">
        <pc:chgData name="Alonso Cristian Garrido Díaz" userId="a93c9f21-0a8b-4e03-a699-d55aab52ecc9" providerId="ADAL" clId="{2A45BB8A-2422-48E5-A7D9-A1788AD4FC2C}" dt="2026-03-25T19:11:41.657" v="41049"/>
        <pc:sldMkLst>
          <pc:docMk/>
          <pc:sldMk cId="2106628471" sldId="299"/>
        </pc:sldMkLst>
        <pc:spChg chg="mod">
          <ac:chgData name="Alonso Cristian Garrido Díaz" userId="a93c9f21-0a8b-4e03-a699-d55aab52ecc9" providerId="ADAL" clId="{2A45BB8A-2422-48E5-A7D9-A1788AD4FC2C}" dt="2026-03-22T21:13:17.796" v="39712" actId="790"/>
          <ac:spMkLst>
            <pc:docMk/>
            <pc:sldMk cId="2106628471" sldId="299"/>
            <ac:spMk id="2" creationId="{CE1B433A-6395-01E4-18E5-17C1B191947E}"/>
          </ac:spMkLst>
        </pc:spChg>
        <pc:spChg chg="mod">
          <ac:chgData name="Alonso Cristian Garrido Díaz" userId="a93c9f21-0a8b-4e03-a699-d55aab52ecc9" providerId="ADAL" clId="{2A45BB8A-2422-48E5-A7D9-A1788AD4FC2C}" dt="2026-03-22T21:13:17.796" v="39712" actId="790"/>
          <ac:spMkLst>
            <pc:docMk/>
            <pc:sldMk cId="2106628471" sldId="299"/>
            <ac:spMk id="3" creationId="{10307540-0B99-F818-73C4-691E6660C682}"/>
          </ac:spMkLst>
        </pc:spChg>
        <pc:spChg chg="mod">
          <ac:chgData name="Alonso Cristian Garrido Díaz" userId="a93c9f21-0a8b-4e03-a699-d55aab52ecc9" providerId="ADAL" clId="{2A45BB8A-2422-48E5-A7D9-A1788AD4FC2C}" dt="2026-03-22T21:13:17.796" v="39712" actId="790"/>
          <ac:spMkLst>
            <pc:docMk/>
            <pc:sldMk cId="2106628471" sldId="299"/>
            <ac:spMk id="4" creationId="{87196830-3B29-386B-C4F0-9859F19463CE}"/>
          </ac:spMkLst>
        </pc:spChg>
        <pc:spChg chg="mod">
          <ac:chgData name="Alonso Cristian Garrido Díaz" userId="a93c9f21-0a8b-4e03-a699-d55aab52ecc9" providerId="ADAL" clId="{2A45BB8A-2422-48E5-A7D9-A1788AD4FC2C}" dt="2026-03-22T21:13:17.796" v="39712" actId="790"/>
          <ac:spMkLst>
            <pc:docMk/>
            <pc:sldMk cId="2106628471" sldId="299"/>
            <ac:spMk id="5" creationId="{1DC76FCF-B88F-2197-350F-0A9C11B3CC60}"/>
          </ac:spMkLst>
        </pc:spChg>
        <pc:spChg chg="mod">
          <ac:chgData name="Alonso Cristian Garrido Díaz" userId="a93c9f21-0a8b-4e03-a699-d55aab52ecc9" providerId="ADAL" clId="{2A45BB8A-2422-48E5-A7D9-A1788AD4FC2C}" dt="2026-03-22T21:13:17.796" v="39712" actId="790"/>
          <ac:spMkLst>
            <pc:docMk/>
            <pc:sldMk cId="2106628471" sldId="299"/>
            <ac:spMk id="6" creationId="{802575AE-3985-5547-4518-643798727D21}"/>
          </ac:spMkLst>
        </pc:spChg>
        <pc:spChg chg="add">
          <ac:chgData name="Alonso Cristian Garrido Díaz" userId="a93c9f21-0a8b-4e03-a699-d55aab52ecc9" providerId="ADAL" clId="{2A45BB8A-2422-48E5-A7D9-A1788AD4FC2C}" dt="2026-03-25T19:11:39.726" v="41048"/>
          <ac:spMkLst>
            <pc:docMk/>
            <pc:sldMk cId="2106628471" sldId="299"/>
            <ac:spMk id="7" creationId="{DDCF5B14-887A-DF83-8A31-67DC37AEA25D}"/>
          </ac:spMkLst>
        </pc:spChg>
        <pc:spChg chg="add mod">
          <ac:chgData name="Alonso Cristian Garrido Díaz" userId="a93c9f21-0a8b-4e03-a699-d55aab52ecc9" providerId="ADAL" clId="{2A45BB8A-2422-48E5-A7D9-A1788AD4FC2C}" dt="2026-03-25T19:11:41.657" v="41049"/>
          <ac:spMkLst>
            <pc:docMk/>
            <pc:sldMk cId="2106628471" sldId="299"/>
            <ac:spMk id="9" creationId="{3D4C196F-ECBA-8792-25F2-E8CF0E449EA0}"/>
          </ac:spMkLst>
        </pc:spChg>
        <pc:spChg chg="mod">
          <ac:chgData name="Alonso Cristian Garrido Díaz" userId="a93c9f21-0a8b-4e03-a699-d55aab52ecc9" providerId="ADAL" clId="{2A45BB8A-2422-48E5-A7D9-A1788AD4FC2C}" dt="2026-03-22T21:13:17.796" v="39712" actId="790"/>
          <ac:spMkLst>
            <pc:docMk/>
            <pc:sldMk cId="2106628471" sldId="299"/>
            <ac:spMk id="10" creationId="{A6C877B8-FA1F-B575-424F-A4831AA2D54C}"/>
          </ac:spMkLst>
        </pc:spChg>
        <pc:spChg chg="mod">
          <ac:chgData name="Alonso Cristian Garrido Díaz" userId="a93c9f21-0a8b-4e03-a699-d55aab52ecc9" providerId="ADAL" clId="{2A45BB8A-2422-48E5-A7D9-A1788AD4FC2C}" dt="2026-03-22T21:13:17.796" v="39712" actId="790"/>
          <ac:spMkLst>
            <pc:docMk/>
            <pc:sldMk cId="2106628471" sldId="299"/>
            <ac:spMk id="11" creationId="{6826FE8F-9A5B-E4EB-14AF-BFF02A4F0D08}"/>
          </ac:spMkLst>
        </pc:spChg>
        <pc:spChg chg="mod">
          <ac:chgData name="Alonso Cristian Garrido Díaz" userId="a93c9f21-0a8b-4e03-a699-d55aab52ecc9" providerId="ADAL" clId="{2A45BB8A-2422-48E5-A7D9-A1788AD4FC2C}" dt="2026-03-22T21:13:17.796" v="39712" actId="790"/>
          <ac:spMkLst>
            <pc:docMk/>
            <pc:sldMk cId="2106628471" sldId="299"/>
            <ac:spMk id="12" creationId="{C14880A9-0C50-8E99-A1C1-43A7290BC923}"/>
          </ac:spMkLst>
        </pc:spChg>
        <pc:spChg chg="mod">
          <ac:chgData name="Alonso Cristian Garrido Díaz" userId="a93c9f21-0a8b-4e03-a699-d55aab52ecc9" providerId="ADAL" clId="{2A45BB8A-2422-48E5-A7D9-A1788AD4FC2C}" dt="2026-03-22T21:13:17.796" v="39712" actId="790"/>
          <ac:spMkLst>
            <pc:docMk/>
            <pc:sldMk cId="2106628471" sldId="299"/>
            <ac:spMk id="13" creationId="{21263884-741F-6412-9264-BD609E1A9ECE}"/>
          </ac:spMkLst>
        </pc:spChg>
        <pc:spChg chg="mod">
          <ac:chgData name="Alonso Cristian Garrido Díaz" userId="a93c9f21-0a8b-4e03-a699-d55aab52ecc9" providerId="ADAL" clId="{2A45BB8A-2422-48E5-A7D9-A1788AD4FC2C}" dt="2026-03-22T21:13:17.796" v="39712" actId="790"/>
          <ac:spMkLst>
            <pc:docMk/>
            <pc:sldMk cId="2106628471" sldId="299"/>
            <ac:spMk id="16" creationId="{098507D2-0779-F215-2CE9-803043937955}"/>
          </ac:spMkLst>
        </pc:spChg>
      </pc:sldChg>
      <pc:sldChg chg="addSp delSp modSp new mod modClrScheme chgLayout">
        <pc:chgData name="Alonso Cristian Garrido Díaz" userId="a93c9f21-0a8b-4e03-a699-d55aab52ecc9" providerId="ADAL" clId="{2A45BB8A-2422-48E5-A7D9-A1788AD4FC2C}" dt="2026-03-26T02:45:51.462" v="44644" actId="20577"/>
        <pc:sldMkLst>
          <pc:docMk/>
          <pc:sldMk cId="4009045502" sldId="300"/>
        </pc:sldMkLst>
        <pc:spChg chg="mod">
          <ac:chgData name="Alonso Cristian Garrido Díaz" userId="a93c9f21-0a8b-4e03-a699-d55aab52ecc9" providerId="ADAL" clId="{2A45BB8A-2422-48E5-A7D9-A1788AD4FC2C}" dt="2026-03-25T18:32:11.553" v="40364" actId="26606"/>
          <ac:spMkLst>
            <pc:docMk/>
            <pc:sldMk cId="4009045502" sldId="300"/>
            <ac:spMk id="5" creationId="{F760F0AA-71EF-293F-6F58-83518AE19EFB}"/>
          </ac:spMkLst>
        </pc:spChg>
        <pc:spChg chg="add mod">
          <ac:chgData name="Alonso Cristian Garrido Díaz" userId="a93c9f21-0a8b-4e03-a699-d55aab52ecc9" providerId="ADAL" clId="{2A45BB8A-2422-48E5-A7D9-A1788AD4FC2C}" dt="2026-03-25T18:59:06.882" v="40930" actId="20577"/>
          <ac:spMkLst>
            <pc:docMk/>
            <pc:sldMk cId="4009045502" sldId="300"/>
            <ac:spMk id="12" creationId="{8CE9EDEF-591F-8ECC-60E6-26BFC73C30F7}"/>
          </ac:spMkLst>
        </pc:spChg>
        <pc:spChg chg="add mod">
          <ac:chgData name="Alonso Cristian Garrido Díaz" userId="a93c9f21-0a8b-4e03-a699-d55aab52ecc9" providerId="ADAL" clId="{2A45BB8A-2422-48E5-A7D9-A1788AD4FC2C}" dt="2026-03-26T02:45:51.462" v="44644" actId="20577"/>
          <ac:spMkLst>
            <pc:docMk/>
            <pc:sldMk cId="4009045502" sldId="300"/>
            <ac:spMk id="14" creationId="{F8B827F2-E496-E9E1-BF98-41BA38A49499}"/>
          </ac:spMkLst>
        </pc:spChg>
        <pc:picChg chg="add mod ord">
          <ac:chgData name="Alonso Cristian Garrido Díaz" userId="a93c9f21-0a8b-4e03-a699-d55aab52ecc9" providerId="ADAL" clId="{2A45BB8A-2422-48E5-A7D9-A1788AD4FC2C}" dt="2026-03-25T18:41:53.492" v="40784" actId="1036"/>
          <ac:picMkLst>
            <pc:docMk/>
            <pc:sldMk cId="4009045502" sldId="300"/>
            <ac:picMk id="7" creationId="{414F68C3-A1A1-F25D-371A-F5469B5B0966}"/>
          </ac:picMkLst>
        </pc:picChg>
      </pc:sldChg>
      <pc:sldChg chg="addSp delSp modSp new mod ord modClrScheme chgLayout">
        <pc:chgData name="Alonso Cristian Garrido Díaz" userId="a93c9f21-0a8b-4e03-a699-d55aab52ecc9" providerId="ADAL" clId="{2A45BB8A-2422-48E5-A7D9-A1788AD4FC2C}" dt="2026-03-25T19:19:12.185" v="41075"/>
        <pc:sldMkLst>
          <pc:docMk/>
          <pc:sldMk cId="2500648634" sldId="301"/>
        </pc:sldMkLst>
        <pc:spChg chg="mod">
          <ac:chgData name="Alonso Cristian Garrido Díaz" userId="a93c9f21-0a8b-4e03-a699-d55aab52ecc9" providerId="ADAL" clId="{2A45BB8A-2422-48E5-A7D9-A1788AD4FC2C}" dt="2026-03-25T19:12:09.328" v="41056" actId="26606"/>
          <ac:spMkLst>
            <pc:docMk/>
            <pc:sldMk cId="2500648634" sldId="301"/>
            <ac:spMk id="4" creationId="{8344457E-237C-11E4-63C7-BACDE7716886}"/>
          </ac:spMkLst>
        </pc:spChg>
        <pc:spChg chg="add mod">
          <ac:chgData name="Alonso Cristian Garrido Díaz" userId="a93c9f21-0a8b-4e03-a699-d55aab52ecc9" providerId="ADAL" clId="{2A45BB8A-2422-48E5-A7D9-A1788AD4FC2C}" dt="2026-03-25T19:12:26.734" v="41071" actId="20577"/>
          <ac:spMkLst>
            <pc:docMk/>
            <pc:sldMk cId="2500648634" sldId="301"/>
            <ac:spMk id="13" creationId="{B940935A-F47B-5CDA-23E4-2D3E61772691}"/>
          </ac:spMkLst>
        </pc:spChg>
        <pc:spChg chg="add mod">
          <ac:chgData name="Alonso Cristian Garrido Díaz" userId="a93c9f21-0a8b-4e03-a699-d55aab52ecc9" providerId="ADAL" clId="{2A45BB8A-2422-48E5-A7D9-A1788AD4FC2C}" dt="2026-03-25T19:12:21.433" v="41057"/>
          <ac:spMkLst>
            <pc:docMk/>
            <pc:sldMk cId="2500648634" sldId="301"/>
            <ac:spMk id="15" creationId="{A51968E9-B5E7-0BE4-047D-8719FA705914}"/>
          </ac:spMkLst>
        </pc:spChg>
        <pc:picChg chg="add mod ord">
          <ac:chgData name="Alonso Cristian Garrido Díaz" userId="a93c9f21-0a8b-4e03-a699-d55aab52ecc9" providerId="ADAL" clId="{2A45BB8A-2422-48E5-A7D9-A1788AD4FC2C}" dt="2026-03-25T19:19:07.161" v="41073" actId="22"/>
          <ac:picMkLst>
            <pc:docMk/>
            <pc:sldMk cId="2500648634" sldId="301"/>
            <ac:picMk id="12" creationId="{EEBE5F87-55DF-94B9-A8DA-00846BECBB80}"/>
          </ac:picMkLst>
        </pc:picChg>
      </pc:sldChg>
      <pc:sldMasterChg chg="modSp modSldLayout">
        <pc:chgData name="Alonso Cristian Garrido Díaz" userId="a93c9f21-0a8b-4e03-a699-d55aab52ecc9" providerId="ADAL" clId="{2A45BB8A-2422-48E5-A7D9-A1788AD4FC2C}" dt="2026-03-25T18:21:11.210" v="40356" actId="16037"/>
        <pc:sldMasterMkLst>
          <pc:docMk/>
          <pc:sldMasterMk cId="459197852" sldId="2147483684"/>
        </pc:sldMasterMkLst>
        <pc:spChg chg="mod">
          <ac:chgData name="Alonso Cristian Garrido Díaz" userId="a93c9f21-0a8b-4e03-a699-d55aab52ecc9" providerId="ADAL" clId="{2A45BB8A-2422-48E5-A7D9-A1788AD4FC2C}" dt="2026-03-19T20:42:41.727" v="19035"/>
          <ac:spMkLst>
            <pc:docMk/>
            <pc:sldMasterMk cId="459197852" sldId="2147483684"/>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ac:spMk id="6" creationId="{00000000-0000-0000-0000-000000000000}"/>
          </ac:spMkLst>
        </pc:spChg>
        <pc:spChg chg="mod">
          <ac:chgData name="Alonso Cristian Garrido Díaz" userId="a93c9f21-0a8b-4e03-a699-d55aab52ecc9" providerId="ADAL" clId="{2A45BB8A-2422-48E5-A7D9-A1788AD4FC2C}" dt="2026-03-25T18:21:11.210" v="40356" actId="16037"/>
          <ac:spMkLst>
            <pc:docMk/>
            <pc:sldMasterMk cId="459197852" sldId="2147483684"/>
            <ac:spMk id="7"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ac:spMk id="9" creationId="{00000000-0000-0000-0000-000000000000}"/>
          </ac:spMkLst>
        </pc:spChg>
        <pc:cxnChg chg="mod">
          <ac:chgData name="Alonso Cristian Garrido Díaz" userId="a93c9f21-0a8b-4e03-a699-d55aab52ecc9" providerId="ADAL" clId="{2A45BB8A-2422-48E5-A7D9-A1788AD4FC2C}" dt="2026-03-19T20:42:41.727" v="19035"/>
          <ac:cxnSpMkLst>
            <pc:docMk/>
            <pc:sldMasterMk cId="459197852" sldId="2147483684"/>
            <ac:cxnSpMk id="10" creationId="{00000000-0000-0000-0000-000000000000}"/>
          </ac:cxnSpMkLst>
        </pc:cxnChg>
        <pc:sldLayoutChg chg="modSp">
          <pc:chgData name="Alonso Cristian Garrido Díaz" userId="a93c9f21-0a8b-4e03-a699-d55aab52ecc9" providerId="ADAL" clId="{2A45BB8A-2422-48E5-A7D9-A1788AD4FC2C}" dt="2026-03-19T20:42:41.727" v="19035"/>
          <pc:sldLayoutMkLst>
            <pc:docMk/>
            <pc:sldMasterMk cId="459197852" sldId="2147483684"/>
            <pc:sldLayoutMk cId="2842020713" sldId="2147483685"/>
          </pc:sldLayoutMkLst>
          <pc:spChg chg="mod">
            <ac:chgData name="Alonso Cristian Garrido Díaz" userId="a93c9f21-0a8b-4e03-a699-d55aab52ecc9" providerId="ADAL" clId="{2A45BB8A-2422-48E5-A7D9-A1788AD4FC2C}" dt="2026-03-19T20:42:41.727" v="19035"/>
            <ac:spMkLst>
              <pc:docMk/>
              <pc:sldMasterMk cId="459197852" sldId="2147483684"/>
              <pc:sldLayoutMk cId="2842020713" sldId="2147483685"/>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842020713" sldId="2147483685"/>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842020713" sldId="2147483685"/>
              <ac:spMk id="7"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842020713" sldId="2147483685"/>
              <ac:spMk id="8"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842020713" sldId="2147483685"/>
              <ac:spMk id="13" creationId="{00840695-5F70-578B-C04F-2C49935A8021}"/>
            </ac:spMkLst>
          </pc:spChg>
          <pc:cxnChg chg="mod">
            <ac:chgData name="Alonso Cristian Garrido Díaz" userId="a93c9f21-0a8b-4e03-a699-d55aab52ecc9" providerId="ADAL" clId="{2A45BB8A-2422-48E5-A7D9-A1788AD4FC2C}" dt="2026-03-19T20:42:41.727" v="19035"/>
            <ac:cxnSpMkLst>
              <pc:docMk/>
              <pc:sldMasterMk cId="459197852" sldId="2147483684"/>
              <pc:sldLayoutMk cId="2842020713" sldId="2147483685"/>
              <ac:cxnSpMk id="9" creationId="{00000000-0000-0000-0000-000000000000}"/>
            </ac:cxnSpMkLst>
          </pc:cxn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237099945" sldId="2147483686"/>
          </pc:sldLayoutMkLst>
          <pc:spChg chg="mod">
            <ac:chgData name="Alonso Cristian Garrido Díaz" userId="a93c9f21-0a8b-4e03-a699-d55aab52ecc9" providerId="ADAL" clId="{2A45BB8A-2422-48E5-A7D9-A1788AD4FC2C}" dt="2026-03-19T20:42:41.727" v="19035"/>
            <ac:spMkLst>
              <pc:docMk/>
              <pc:sldMasterMk cId="459197852" sldId="2147483684"/>
              <pc:sldLayoutMk cId="237099945" sldId="2147483686"/>
              <ac:spMk id="4"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1553060760" sldId="2147483687"/>
          </pc:sldLayoutMkLst>
          <pc:spChg chg="mod">
            <ac:chgData name="Alonso Cristian Garrido Díaz" userId="a93c9f21-0a8b-4e03-a699-d55aab52ecc9" providerId="ADAL" clId="{2A45BB8A-2422-48E5-A7D9-A1788AD4FC2C}" dt="2026-03-19T20:42:41.727" v="19035"/>
            <ac:spMkLst>
              <pc:docMk/>
              <pc:sldMasterMk cId="459197852" sldId="2147483684"/>
              <pc:sldLayoutMk cId="1553060760" sldId="2147483687"/>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553060760" sldId="2147483687"/>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553060760" sldId="2147483687"/>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553060760" sldId="2147483687"/>
              <ac:spMk id="7"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553060760" sldId="2147483687"/>
              <ac:spMk id="8" creationId="{00000000-0000-0000-0000-000000000000}"/>
            </ac:spMkLst>
          </pc:spChg>
          <pc:cxnChg chg="mod">
            <ac:chgData name="Alonso Cristian Garrido Díaz" userId="a93c9f21-0a8b-4e03-a699-d55aab52ecc9" providerId="ADAL" clId="{2A45BB8A-2422-48E5-A7D9-A1788AD4FC2C}" dt="2026-03-19T20:42:41.727" v="19035"/>
            <ac:cxnSpMkLst>
              <pc:docMk/>
              <pc:sldMasterMk cId="459197852" sldId="2147483684"/>
              <pc:sldLayoutMk cId="1553060760" sldId="2147483687"/>
              <ac:cxnSpMk id="9" creationId="{00000000-0000-0000-0000-000000000000}"/>
            </ac:cxnSpMkLst>
          </pc:cxn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1726235903" sldId="2147483688"/>
          </pc:sldLayoutMkLst>
          <pc:spChg chg="mod">
            <ac:chgData name="Alonso Cristian Garrido Díaz" userId="a93c9f21-0a8b-4e03-a699-d55aab52ecc9" providerId="ADAL" clId="{2A45BB8A-2422-48E5-A7D9-A1788AD4FC2C}" dt="2026-03-19T20:42:41.727" v="19035"/>
            <ac:spMkLst>
              <pc:docMk/>
              <pc:sldMasterMk cId="459197852" sldId="2147483684"/>
              <pc:sldLayoutMk cId="1726235903" sldId="2147483688"/>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726235903" sldId="2147483688"/>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726235903" sldId="2147483688"/>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1726235903" sldId="2147483688"/>
              <ac:spMk id="8"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2769641155" sldId="2147483689"/>
          </pc:sldLayoutMkLst>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6"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7"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769641155" sldId="2147483689"/>
              <ac:spMk id="10"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7282835" sldId="2147483690"/>
          </pc:sldLayoutMkLst>
          <pc:spChg chg="mod">
            <ac:chgData name="Alonso Cristian Garrido Díaz" userId="a93c9f21-0a8b-4e03-a699-d55aab52ecc9" providerId="ADAL" clId="{2A45BB8A-2422-48E5-A7D9-A1788AD4FC2C}" dt="2026-03-19T20:42:41.727" v="19035"/>
            <ac:spMkLst>
              <pc:docMk/>
              <pc:sldMasterMk cId="459197852" sldId="2147483684"/>
              <pc:sldLayoutMk cId="7282835" sldId="2147483690"/>
              <ac:spMk id="3"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419107618" sldId="2147483691"/>
          </pc:sldLayoutMkLst>
          <pc:spChg chg="mod">
            <ac:chgData name="Alonso Cristian Garrido Díaz" userId="a93c9f21-0a8b-4e03-a699-d55aab52ecc9" providerId="ADAL" clId="{2A45BB8A-2422-48E5-A7D9-A1788AD4FC2C}" dt="2026-03-19T20:42:41.727" v="19035"/>
            <ac:spMkLst>
              <pc:docMk/>
              <pc:sldMasterMk cId="459197852" sldId="2147483684"/>
              <pc:sldLayoutMk cId="419107618" sldId="2147483691"/>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419107618" sldId="2147483691"/>
              <ac:spMk id="6"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419107618" sldId="2147483691"/>
              <ac:spMk id="7"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2580961548" sldId="2147483692"/>
          </pc:sldLayoutMkLst>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6"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8"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2580961548" sldId="2147483692"/>
              <ac:spMk id="9"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633506411" sldId="2147483693"/>
          </pc:sldLayoutMkLst>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5"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8"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633506411" sldId="2147483693"/>
              <ac:spMk id="9"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40877548" sldId="2147483694"/>
          </pc:sldLayoutMkLst>
          <pc:spChg chg="mod">
            <ac:chgData name="Alonso Cristian Garrido Díaz" userId="a93c9f21-0a8b-4e03-a699-d55aab52ecc9" providerId="ADAL" clId="{2A45BB8A-2422-48E5-A7D9-A1788AD4FC2C}" dt="2026-03-19T20:42:41.727" v="19035"/>
            <ac:spMkLst>
              <pc:docMk/>
              <pc:sldMasterMk cId="459197852" sldId="2147483684"/>
              <pc:sldLayoutMk cId="40877548" sldId="2147483694"/>
              <ac:spMk id="4" creationId="{00000000-0000-0000-0000-000000000000}"/>
            </ac:spMkLst>
          </pc:spChg>
        </pc:sldLayoutChg>
        <pc:sldLayoutChg chg="modSp">
          <pc:chgData name="Alonso Cristian Garrido Díaz" userId="a93c9f21-0a8b-4e03-a699-d55aab52ecc9" providerId="ADAL" clId="{2A45BB8A-2422-48E5-A7D9-A1788AD4FC2C}" dt="2026-03-19T20:42:41.727" v="19035"/>
          <pc:sldLayoutMkLst>
            <pc:docMk/>
            <pc:sldMasterMk cId="459197852" sldId="2147483684"/>
            <pc:sldLayoutMk cId="3268476832" sldId="2147483695"/>
          </pc:sldLayoutMkLst>
          <pc:spChg chg="mod">
            <ac:chgData name="Alonso Cristian Garrido Díaz" userId="a93c9f21-0a8b-4e03-a699-d55aab52ecc9" providerId="ADAL" clId="{2A45BB8A-2422-48E5-A7D9-A1788AD4FC2C}" dt="2026-03-19T20:42:41.727" v="19035"/>
            <ac:spMkLst>
              <pc:docMk/>
              <pc:sldMasterMk cId="459197852" sldId="2147483684"/>
              <pc:sldLayoutMk cId="3268476832" sldId="2147483695"/>
              <ac:spMk id="2"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3268476832" sldId="2147483695"/>
              <ac:spMk id="3"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3268476832" sldId="2147483695"/>
              <ac:spMk id="4"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3268476832" sldId="2147483695"/>
              <ac:spMk id="7" creationId="{00000000-0000-0000-0000-000000000000}"/>
            </ac:spMkLst>
          </pc:spChg>
          <pc:spChg chg="mod">
            <ac:chgData name="Alonso Cristian Garrido Díaz" userId="a93c9f21-0a8b-4e03-a699-d55aab52ecc9" providerId="ADAL" clId="{2A45BB8A-2422-48E5-A7D9-A1788AD4FC2C}" dt="2026-03-19T20:42:41.727" v="19035"/>
            <ac:spMkLst>
              <pc:docMk/>
              <pc:sldMasterMk cId="459197852" sldId="2147483684"/>
              <pc:sldLayoutMk cId="3268476832" sldId="2147483695"/>
              <ac:spMk id="8"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2D8212-3033-C9CB-A69F-2403BDEC3029}"/>
              </a:ext>
            </a:extLst>
          </p:cNvPr>
          <p:cNvSpPr>
            <a:spLocks noGrp="1"/>
          </p:cNvSpPr>
          <p:nvPr>
            <p:ph type="hdr" sz="quarter"/>
          </p:nvPr>
        </p:nvSpPr>
        <p:spPr>
          <a:xfrm>
            <a:off x="0" y="1"/>
            <a:ext cx="4028440" cy="351737"/>
          </a:xfrm>
          <a:prstGeom prst="rect">
            <a:avLst/>
          </a:prstGeom>
        </p:spPr>
        <p:txBody>
          <a:bodyPr vert="horz" lIns="93172" tIns="46586" rIns="93172" bIns="46586" rtlCol="0"/>
          <a:lstStyle>
            <a:lvl1pPr algn="l">
              <a:defRPr sz="1300"/>
            </a:lvl1pPr>
          </a:lstStyle>
          <a:p>
            <a:endParaRPr lang="es-CL"/>
          </a:p>
        </p:txBody>
      </p:sp>
      <p:sp>
        <p:nvSpPr>
          <p:cNvPr id="3" name="Date Placeholder 2">
            <a:extLst>
              <a:ext uri="{FF2B5EF4-FFF2-40B4-BE49-F238E27FC236}">
                <a16:creationId xmlns:a16="http://schemas.microsoft.com/office/drawing/2014/main" id="{4CB3BAD2-C60E-C4C9-D666-93C7E8DC597F}"/>
              </a:ext>
            </a:extLst>
          </p:cNvPr>
          <p:cNvSpPr>
            <a:spLocks noGrp="1"/>
          </p:cNvSpPr>
          <p:nvPr>
            <p:ph type="dt" sz="quarter" idx="1"/>
          </p:nvPr>
        </p:nvSpPr>
        <p:spPr>
          <a:xfrm>
            <a:off x="5265809" y="1"/>
            <a:ext cx="4028440" cy="351737"/>
          </a:xfrm>
          <a:prstGeom prst="rect">
            <a:avLst/>
          </a:prstGeom>
        </p:spPr>
        <p:txBody>
          <a:bodyPr vert="horz" lIns="93172" tIns="46586" rIns="93172" bIns="46586" rtlCol="0"/>
          <a:lstStyle>
            <a:lvl1pPr algn="r">
              <a:defRPr sz="1300"/>
            </a:lvl1pPr>
          </a:lstStyle>
          <a:p>
            <a:fld id="{8FF60651-03DE-4630-BBB0-979A33390AC7}" type="datetimeFigureOut">
              <a:rPr lang="es-CL" smtClean="0"/>
              <a:t>26-03-2026</a:t>
            </a:fld>
            <a:endParaRPr lang="es-CL"/>
          </a:p>
        </p:txBody>
      </p:sp>
      <p:sp>
        <p:nvSpPr>
          <p:cNvPr id="4" name="Footer Placeholder 3">
            <a:extLst>
              <a:ext uri="{FF2B5EF4-FFF2-40B4-BE49-F238E27FC236}">
                <a16:creationId xmlns:a16="http://schemas.microsoft.com/office/drawing/2014/main" id="{EC31E382-503A-1653-0A09-1160316F37B3}"/>
              </a:ext>
            </a:extLst>
          </p:cNvPr>
          <p:cNvSpPr>
            <a:spLocks noGrp="1"/>
          </p:cNvSpPr>
          <p:nvPr>
            <p:ph type="ftr" sz="quarter" idx="2"/>
          </p:nvPr>
        </p:nvSpPr>
        <p:spPr>
          <a:xfrm>
            <a:off x="0" y="6658664"/>
            <a:ext cx="4028440" cy="351736"/>
          </a:xfrm>
          <a:prstGeom prst="rect">
            <a:avLst/>
          </a:prstGeom>
        </p:spPr>
        <p:txBody>
          <a:bodyPr vert="horz" lIns="93172" tIns="46586" rIns="93172" bIns="46586" rtlCol="0" anchor="b"/>
          <a:lstStyle>
            <a:lvl1pPr algn="l">
              <a:defRPr sz="1300"/>
            </a:lvl1pPr>
          </a:lstStyle>
          <a:p>
            <a:endParaRPr lang="es-CL"/>
          </a:p>
        </p:txBody>
      </p:sp>
      <p:sp>
        <p:nvSpPr>
          <p:cNvPr id="5" name="Slide Number Placeholder 4">
            <a:extLst>
              <a:ext uri="{FF2B5EF4-FFF2-40B4-BE49-F238E27FC236}">
                <a16:creationId xmlns:a16="http://schemas.microsoft.com/office/drawing/2014/main" id="{008874F0-AE5C-5725-8A2D-AB355CB88B08}"/>
              </a:ext>
            </a:extLst>
          </p:cNvPr>
          <p:cNvSpPr>
            <a:spLocks noGrp="1"/>
          </p:cNvSpPr>
          <p:nvPr>
            <p:ph type="sldNum" sz="quarter" idx="3"/>
          </p:nvPr>
        </p:nvSpPr>
        <p:spPr>
          <a:xfrm>
            <a:off x="5265809" y="6658664"/>
            <a:ext cx="4028440" cy="351736"/>
          </a:xfrm>
          <a:prstGeom prst="rect">
            <a:avLst/>
          </a:prstGeom>
        </p:spPr>
        <p:txBody>
          <a:bodyPr vert="horz" lIns="93172" tIns="46586" rIns="93172" bIns="46586" rtlCol="0" anchor="b"/>
          <a:lstStyle>
            <a:lvl1pPr algn="r">
              <a:defRPr sz="1300"/>
            </a:lvl1pPr>
          </a:lstStyle>
          <a:p>
            <a:fld id="{5437A234-0C1F-4621-9808-85B481A487E3}" type="slidenum">
              <a:rPr lang="es-CL" smtClean="0"/>
              <a:t>‹#›</a:t>
            </a:fld>
            <a:endParaRPr lang="es-CL"/>
          </a:p>
        </p:txBody>
      </p:sp>
    </p:spTree>
    <p:extLst>
      <p:ext uri="{BB962C8B-B14F-4D97-AF65-F5344CB8AC3E}">
        <p14:creationId xmlns:p14="http://schemas.microsoft.com/office/powerpoint/2010/main" val="32952326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2" tIns="46586" rIns="93172" bIns="46586" rtlCol="0"/>
          <a:lstStyle>
            <a:lvl1pPr algn="l">
              <a:defRPr sz="1300"/>
            </a:lvl1pPr>
          </a:lstStyle>
          <a:p>
            <a:endParaRPr lang="es-CL"/>
          </a:p>
        </p:txBody>
      </p:sp>
      <p:sp>
        <p:nvSpPr>
          <p:cNvPr id="3" name="Date Placeholder 2"/>
          <p:cNvSpPr>
            <a:spLocks noGrp="1"/>
          </p:cNvSpPr>
          <p:nvPr>
            <p:ph type="dt" idx="1"/>
          </p:nvPr>
        </p:nvSpPr>
        <p:spPr>
          <a:xfrm>
            <a:off x="5265809" y="1"/>
            <a:ext cx="4028440" cy="351737"/>
          </a:xfrm>
          <a:prstGeom prst="rect">
            <a:avLst/>
          </a:prstGeom>
        </p:spPr>
        <p:txBody>
          <a:bodyPr vert="horz" lIns="93172" tIns="46586" rIns="93172" bIns="46586" rtlCol="0"/>
          <a:lstStyle>
            <a:lvl1pPr algn="r">
              <a:defRPr sz="1300"/>
            </a:lvl1pPr>
          </a:lstStyle>
          <a:p>
            <a:fld id="{FDCB8B4E-D085-4F81-A1F3-AA704EC70DA9}" type="datetimeFigureOut">
              <a:rPr lang="es-CL" smtClean="0"/>
              <a:t>26-03-2026</a:t>
            </a:fld>
            <a:endParaRPr lang="es-CL"/>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2" tIns="46586" rIns="93172" bIns="46586" rtlCol="0" anchor="ctr"/>
          <a:lstStyle/>
          <a:p>
            <a:endParaRPr lang="es-CL"/>
          </a:p>
        </p:txBody>
      </p:sp>
      <p:sp>
        <p:nvSpPr>
          <p:cNvPr id="5" name="Notes Placeholder 4"/>
          <p:cNvSpPr>
            <a:spLocks noGrp="1"/>
          </p:cNvSpPr>
          <p:nvPr>
            <p:ph type="body" sz="quarter" idx="3"/>
          </p:nvPr>
        </p:nvSpPr>
        <p:spPr>
          <a:xfrm>
            <a:off x="929640" y="3373755"/>
            <a:ext cx="7437120" cy="2760345"/>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6" name="Footer Placeholder 5"/>
          <p:cNvSpPr>
            <a:spLocks noGrp="1"/>
          </p:cNvSpPr>
          <p:nvPr>
            <p:ph type="ftr" sz="quarter" idx="4"/>
          </p:nvPr>
        </p:nvSpPr>
        <p:spPr>
          <a:xfrm>
            <a:off x="0" y="6658664"/>
            <a:ext cx="4028440" cy="351736"/>
          </a:xfrm>
          <a:prstGeom prst="rect">
            <a:avLst/>
          </a:prstGeom>
        </p:spPr>
        <p:txBody>
          <a:bodyPr vert="horz" lIns="93172" tIns="46586" rIns="93172" bIns="46586" rtlCol="0" anchor="b"/>
          <a:lstStyle>
            <a:lvl1pPr algn="l">
              <a:defRPr sz="1300"/>
            </a:lvl1pPr>
          </a:lstStyle>
          <a:p>
            <a:endParaRPr lang="es-CL"/>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2" tIns="46586" rIns="93172" bIns="46586" rtlCol="0" anchor="b"/>
          <a:lstStyle>
            <a:lvl1pPr algn="r">
              <a:defRPr sz="1300"/>
            </a:lvl1pPr>
          </a:lstStyle>
          <a:p>
            <a:fld id="{8C0B9996-D9CA-462D-97C3-C7724DF66AF1}" type="slidenum">
              <a:rPr lang="es-CL" smtClean="0"/>
              <a:t>‹#›</a:t>
            </a:fld>
            <a:endParaRPr lang="es-CL"/>
          </a:p>
        </p:txBody>
      </p:sp>
    </p:spTree>
    <p:extLst>
      <p:ext uri="{BB962C8B-B14F-4D97-AF65-F5344CB8AC3E}">
        <p14:creationId xmlns:p14="http://schemas.microsoft.com/office/powerpoint/2010/main" val="394043842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208" userDrawn="1">
          <p15:clr>
            <a:srgbClr val="F26B43"/>
          </p15:clr>
        </p15:guide>
        <p15:guide id="2" pos="292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a:t>
            </a:r>
            <a:br>
              <a:rPr lang="en-US" dirty="0"/>
            </a:br>
            <a:r>
              <a:rPr lang="en-US" dirty="0"/>
              <a:t>Hola a todos y gracias </a:t>
            </a:r>
            <a:r>
              <a:rPr lang="en-US" dirty="0" err="1"/>
              <a:t>por</a:t>
            </a:r>
            <a:r>
              <a:rPr lang="en-US" dirty="0"/>
              <a:t> </a:t>
            </a:r>
            <a:r>
              <a:rPr lang="en-US" dirty="0" err="1"/>
              <a:t>su</a:t>
            </a:r>
            <a:r>
              <a:rPr lang="en-US" dirty="0"/>
              <a:t> </a:t>
            </a:r>
            <a:r>
              <a:rPr lang="en-US" dirty="0" err="1"/>
              <a:t>compañia</a:t>
            </a:r>
            <a:r>
              <a:rPr lang="en-US" dirty="0"/>
              <a:t>. Quiero </a:t>
            </a:r>
            <a:r>
              <a:rPr lang="en-US" dirty="0" err="1"/>
              <a:t>agradacer</a:t>
            </a:r>
            <a:r>
              <a:rPr lang="en-US" dirty="0"/>
              <a:t> la </a:t>
            </a:r>
            <a:r>
              <a:rPr lang="en-US" dirty="0" err="1"/>
              <a:t>presencia</a:t>
            </a:r>
            <a:r>
              <a:rPr lang="en-US" dirty="0"/>
              <a:t> a mi familia, </a:t>
            </a:r>
            <a:r>
              <a:rPr lang="en-US" dirty="0" err="1"/>
              <a:t>que</a:t>
            </a:r>
            <a:r>
              <a:rPr lang="en-US" dirty="0"/>
              <a:t> me ha </a:t>
            </a:r>
            <a:r>
              <a:rPr lang="en-US" dirty="0" err="1"/>
              <a:t>venido</a:t>
            </a:r>
            <a:r>
              <a:rPr lang="en-US" dirty="0"/>
              <a:t> a </a:t>
            </a:r>
            <a:r>
              <a:rPr lang="en-US" dirty="0" err="1"/>
              <a:t>ver</a:t>
            </a:r>
            <a:r>
              <a:rPr lang="en-US" dirty="0"/>
              <a:t> desde </a:t>
            </a:r>
            <a:r>
              <a:rPr lang="en-US" dirty="0" err="1"/>
              <a:t>lejos</a:t>
            </a:r>
            <a:r>
              <a:rPr lang="en-US" dirty="0"/>
              <a:t>, </a:t>
            </a:r>
            <a:r>
              <a:rPr lang="en-US" dirty="0" err="1"/>
              <a:t>agradecer</a:t>
            </a:r>
            <a:r>
              <a:rPr lang="en-US" dirty="0"/>
              <a:t> Tambien </a:t>
            </a:r>
            <a:r>
              <a:rPr lang="en-US" dirty="0" err="1"/>
              <a:t>que</a:t>
            </a:r>
            <a:r>
              <a:rPr lang="en-US" dirty="0"/>
              <a:t> me </a:t>
            </a:r>
            <a:r>
              <a:rPr lang="en-US" dirty="0" err="1"/>
              <a:t>acompañen</a:t>
            </a:r>
            <a:r>
              <a:rPr lang="en-US" dirty="0"/>
              <a:t> </a:t>
            </a:r>
            <a:r>
              <a:rPr lang="en-US" dirty="0" err="1"/>
              <a:t>profesores</a:t>
            </a:r>
            <a:r>
              <a:rPr lang="en-US" dirty="0"/>
              <a:t> y </a:t>
            </a:r>
            <a:r>
              <a:rPr lang="en-US" dirty="0" err="1"/>
              <a:t>funcionarios</a:t>
            </a:r>
            <a:r>
              <a:rPr lang="en-US" dirty="0"/>
              <a:t> </a:t>
            </a:r>
            <a:r>
              <a:rPr lang="en-US" dirty="0" err="1"/>
              <a:t>universitarios</a:t>
            </a:r>
            <a:r>
              <a:rPr lang="en-US" dirty="0"/>
              <a:t> de </a:t>
            </a:r>
            <a:r>
              <a:rPr lang="en-US" dirty="0" err="1"/>
              <a:t>distintas</a:t>
            </a:r>
            <a:r>
              <a:rPr lang="en-US" dirty="0"/>
              <a:t> </a:t>
            </a:r>
            <a:r>
              <a:rPr lang="en-US" dirty="0" err="1"/>
              <a:t>etapas</a:t>
            </a:r>
            <a:r>
              <a:rPr lang="en-US" dirty="0"/>
              <a:t> de la Carrera, así </a:t>
            </a:r>
            <a:r>
              <a:rPr lang="en-US" dirty="0" err="1"/>
              <a:t>como</a:t>
            </a:r>
            <a:r>
              <a:rPr lang="en-US" dirty="0"/>
              <a:t> a mis amigos y </a:t>
            </a:r>
            <a:r>
              <a:rPr lang="en-US" dirty="0" err="1"/>
              <a:t>compañeros</a:t>
            </a:r>
            <a:r>
              <a:rPr lang="en-US" dirty="0"/>
              <a:t> </a:t>
            </a:r>
            <a:r>
              <a:rPr lang="en-US" dirty="0" err="1"/>
              <a:t>que</a:t>
            </a:r>
            <a:r>
              <a:rPr lang="en-US" dirty="0"/>
              <a:t> hoy estan con nosotros. Estoy realmente muy </a:t>
            </a:r>
            <a:r>
              <a:rPr lang="en-US" dirty="0" err="1"/>
              <a:t>contento</a:t>
            </a:r>
            <a:r>
              <a:rPr lang="en-US" dirty="0"/>
              <a:t> de </a:t>
            </a:r>
            <a:r>
              <a:rPr lang="en-US" dirty="0" err="1"/>
              <a:t>contarles</a:t>
            </a:r>
            <a:r>
              <a:rPr lang="en-US" dirty="0"/>
              <a:t> el trabajo </a:t>
            </a:r>
            <a:r>
              <a:rPr lang="en-US" dirty="0" err="1"/>
              <a:t>que</a:t>
            </a:r>
            <a:r>
              <a:rPr lang="en-US" dirty="0"/>
              <a:t> he </a:t>
            </a:r>
            <a:r>
              <a:rPr lang="en-US" dirty="0" err="1"/>
              <a:t>estado</a:t>
            </a:r>
            <a:r>
              <a:rPr lang="en-US" dirty="0"/>
              <a:t> </a:t>
            </a:r>
            <a:r>
              <a:rPr lang="en-US" dirty="0" err="1"/>
              <a:t>realizando,y</a:t>
            </a:r>
            <a:r>
              <a:rPr lang="en-US" dirty="0"/>
              <a:t> </a:t>
            </a:r>
            <a:r>
              <a:rPr lang="en-US" dirty="0" err="1"/>
              <a:t>que</a:t>
            </a:r>
            <a:r>
              <a:rPr lang="en-US" dirty="0"/>
              <a:t> se </a:t>
            </a:r>
            <a:r>
              <a:rPr lang="en-US" dirty="0" err="1"/>
              <a:t>titula</a:t>
            </a:r>
            <a:r>
              <a:rPr lang="en-US" dirty="0"/>
              <a:t> “</a:t>
            </a:r>
            <a:r>
              <a:rPr lang="es-CL" sz="1200" noProof="0" dirty="0"/>
              <a:t>Diseño, construcción e implementación de fuente de poder y sistema de monitoreo de estado para robot bípedo</a:t>
            </a:r>
            <a:r>
              <a:rPr lang="en-US" sz="1200" noProof="0" dirty="0"/>
              <a:t>”.</a:t>
            </a:r>
            <a:br>
              <a:rPr lang="en-US" sz="1200" noProof="0" dirty="0"/>
            </a:br>
            <a:endParaRPr lang="en-US" sz="1200" noProof="0" dirty="0"/>
          </a:p>
          <a:p>
            <a:endParaRPr lang="en-US" sz="1200" noProof="0" dirty="0"/>
          </a:p>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1</a:t>
            </a:fld>
            <a:endParaRPr lang="es-CL"/>
          </a:p>
        </p:txBody>
      </p:sp>
    </p:spTree>
    <p:extLst>
      <p:ext uri="{BB962C8B-B14F-4D97-AF65-F5344CB8AC3E}">
        <p14:creationId xmlns:p14="http://schemas.microsoft.com/office/powerpoint/2010/main" val="2995420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-El </a:t>
            </a:r>
            <a:r>
              <a:rPr lang="en-US" dirty="0" err="1"/>
              <a:t>protagonista</a:t>
            </a:r>
            <a:r>
              <a:rPr lang="en-US" dirty="0"/>
              <a:t> de </a:t>
            </a:r>
            <a:r>
              <a:rPr lang="en-US" dirty="0" err="1"/>
              <a:t>este</a:t>
            </a:r>
            <a:r>
              <a:rPr lang="en-US" dirty="0"/>
              <a:t> Proyecto es B1P0, el primer robot </a:t>
            </a:r>
            <a:r>
              <a:rPr lang="en-US" dirty="0" err="1"/>
              <a:t>bípedo</a:t>
            </a:r>
            <a:r>
              <a:rPr lang="en-US" dirty="0"/>
              <a:t> </a:t>
            </a:r>
            <a:r>
              <a:rPr lang="en-US" dirty="0" err="1"/>
              <a:t>en</a:t>
            </a:r>
            <a:r>
              <a:rPr lang="en-US" dirty="0"/>
              <a:t> la Universidad de Concepción, Proyecto </a:t>
            </a:r>
            <a:r>
              <a:rPr lang="en-US" dirty="0" err="1"/>
              <a:t>en</a:t>
            </a:r>
            <a:r>
              <a:rPr lang="en-US" dirty="0"/>
              <a:t> el </a:t>
            </a:r>
            <a:r>
              <a:rPr lang="en-US" dirty="0" err="1"/>
              <a:t>que</a:t>
            </a:r>
            <a:r>
              <a:rPr lang="en-US" dirty="0"/>
              <a:t> hasta la </a:t>
            </a:r>
            <a:r>
              <a:rPr lang="en-US" dirty="0" err="1"/>
              <a:t>fecha</a:t>
            </a:r>
            <a:r>
              <a:rPr lang="en-US" dirty="0"/>
              <a:t> </a:t>
            </a:r>
            <a:r>
              <a:rPr lang="en-US" dirty="0" err="1"/>
              <a:t>hemos</a:t>
            </a:r>
            <a:r>
              <a:rPr lang="en-US" dirty="0"/>
              <a:t> trabajando 5 personas.</a:t>
            </a:r>
            <a:br>
              <a:rPr lang="en-US" dirty="0"/>
            </a:br>
            <a:r>
              <a:rPr lang="en-US" dirty="0"/>
              <a:t>-Se ha </a:t>
            </a:r>
            <a:r>
              <a:rPr lang="en-US" dirty="0" err="1"/>
              <a:t>concebido</a:t>
            </a:r>
            <a:r>
              <a:rPr lang="en-US" dirty="0"/>
              <a:t> desde un principio, </a:t>
            </a:r>
            <a:r>
              <a:rPr lang="en-US" dirty="0" err="1"/>
              <a:t>como</a:t>
            </a:r>
            <a:r>
              <a:rPr lang="en-US" dirty="0"/>
              <a:t> un </a:t>
            </a:r>
            <a:r>
              <a:rPr lang="en-US" dirty="0" err="1"/>
              <a:t>agente</a:t>
            </a:r>
            <a:r>
              <a:rPr lang="en-US" dirty="0"/>
              <a:t> </a:t>
            </a:r>
            <a:r>
              <a:rPr lang="en-US" dirty="0" err="1"/>
              <a:t>autónomo</a:t>
            </a:r>
            <a:r>
              <a:rPr lang="en-US" dirty="0"/>
              <a:t> de </a:t>
            </a:r>
            <a:r>
              <a:rPr lang="en-US" dirty="0" err="1"/>
              <a:t>exploración</a:t>
            </a:r>
            <a:r>
              <a:rPr lang="en-US" dirty="0"/>
              <a:t>, </a:t>
            </a:r>
            <a:r>
              <a:rPr lang="en-US" dirty="0" err="1"/>
              <a:t>capaz</a:t>
            </a:r>
            <a:r>
              <a:rPr lang="en-US" dirty="0"/>
              <a:t> de </a:t>
            </a:r>
            <a:r>
              <a:rPr lang="en-US" dirty="0" err="1"/>
              <a:t>entrar</a:t>
            </a:r>
            <a:r>
              <a:rPr lang="en-US" dirty="0"/>
              <a:t> a </a:t>
            </a:r>
            <a:r>
              <a:rPr lang="en-US" dirty="0" err="1"/>
              <a:t>que</a:t>
            </a:r>
            <a:r>
              <a:rPr lang="en-US" dirty="0"/>
              <a:t> no </a:t>
            </a:r>
            <a:r>
              <a:rPr lang="en-US" dirty="0" err="1"/>
              <a:t>tienen</a:t>
            </a:r>
            <a:r>
              <a:rPr lang="en-US" dirty="0"/>
              <a:t> camino </a:t>
            </a:r>
            <a:r>
              <a:rPr lang="en-US" dirty="0" err="1"/>
              <a:t>predeterminado</a:t>
            </a:r>
            <a:r>
              <a:rPr lang="en-US" dirty="0"/>
              <a:t>, </a:t>
            </a:r>
            <a:r>
              <a:rPr lang="en-US" dirty="0" err="1"/>
              <a:t>asistiendo</a:t>
            </a:r>
            <a:r>
              <a:rPr lang="en-US" dirty="0"/>
              <a:t> </a:t>
            </a:r>
            <a:r>
              <a:rPr lang="en-US" dirty="0" err="1"/>
              <a:t>en</a:t>
            </a:r>
            <a:r>
              <a:rPr lang="en-US" dirty="0"/>
              <a:t> la </a:t>
            </a:r>
            <a:r>
              <a:rPr lang="en-US" dirty="0" err="1"/>
              <a:t>toma</a:t>
            </a:r>
            <a:r>
              <a:rPr lang="en-US" dirty="0"/>
              <a:t> de </a:t>
            </a:r>
            <a:r>
              <a:rPr lang="en-US" dirty="0" err="1"/>
              <a:t>datos</a:t>
            </a:r>
            <a:r>
              <a:rPr lang="en-US" dirty="0"/>
              <a:t> </a:t>
            </a:r>
            <a:r>
              <a:rPr lang="en-US" dirty="0" err="1"/>
              <a:t>dentro</a:t>
            </a:r>
            <a:r>
              <a:rPr lang="en-US" dirty="0"/>
              <a:t> de las minas, </a:t>
            </a:r>
            <a:r>
              <a:rPr lang="en-US" dirty="0" err="1"/>
              <a:t>lugares</a:t>
            </a:r>
            <a:r>
              <a:rPr lang="en-US" dirty="0"/>
              <a:t> de </a:t>
            </a:r>
            <a:r>
              <a:rPr lang="en-US" dirty="0" err="1"/>
              <a:t>catastrofe</a:t>
            </a:r>
            <a:r>
              <a:rPr lang="en-US" dirty="0"/>
              <a:t> o con alto Riesgo para el personal </a:t>
            </a:r>
            <a:r>
              <a:rPr lang="en-US" dirty="0" err="1"/>
              <a:t>humano</a:t>
            </a:r>
            <a:r>
              <a:rPr lang="en-US" dirty="0"/>
              <a:t>. </a:t>
            </a:r>
          </a:p>
          <a:p>
            <a:r>
              <a:rPr lang="en-US" dirty="0"/>
              <a:t>-</a:t>
            </a:r>
            <a:r>
              <a:rPr lang="en-US" dirty="0" err="1"/>
              <a:t>Que</a:t>
            </a:r>
            <a:r>
              <a:rPr lang="en-US" dirty="0"/>
              <a:t> sea </a:t>
            </a:r>
            <a:r>
              <a:rPr lang="en-US" dirty="0" err="1"/>
              <a:t>bípedo</a:t>
            </a:r>
            <a:r>
              <a:rPr lang="en-US" dirty="0"/>
              <a:t> ayuda </a:t>
            </a:r>
            <a:r>
              <a:rPr lang="en-US" dirty="0" err="1"/>
              <a:t>en</a:t>
            </a:r>
            <a:r>
              <a:rPr lang="en-US" dirty="0"/>
              <a:t> esta </a:t>
            </a:r>
            <a:r>
              <a:rPr lang="en-US" dirty="0" err="1"/>
              <a:t>tarea</a:t>
            </a:r>
            <a:r>
              <a:rPr lang="en-US" dirty="0"/>
              <a:t> </a:t>
            </a:r>
            <a:r>
              <a:rPr lang="en-US" dirty="0" err="1"/>
              <a:t>navegando</a:t>
            </a:r>
            <a:r>
              <a:rPr lang="en-US" dirty="0"/>
              <a:t> </a:t>
            </a:r>
            <a:r>
              <a:rPr lang="en-US" dirty="0" err="1"/>
              <a:t>por</a:t>
            </a:r>
            <a:r>
              <a:rPr lang="en-US" dirty="0"/>
              <a:t> </a:t>
            </a:r>
            <a:r>
              <a:rPr lang="en-US" dirty="0" err="1"/>
              <a:t>terrenos</a:t>
            </a:r>
            <a:r>
              <a:rPr lang="en-US" dirty="0"/>
              <a:t> </a:t>
            </a:r>
            <a:r>
              <a:rPr lang="en-US" dirty="0" err="1"/>
              <a:t>desiguales</a:t>
            </a:r>
            <a:r>
              <a:rPr lang="en-US" dirty="0"/>
              <a:t> y al utilizar </a:t>
            </a:r>
            <a:r>
              <a:rPr lang="en-US" dirty="0" err="1"/>
              <a:t>infraestructura</a:t>
            </a:r>
            <a:r>
              <a:rPr lang="en-US" dirty="0"/>
              <a:t> humana</a:t>
            </a:r>
          </a:p>
          <a:p>
            <a:r>
              <a:rPr lang="en-US" dirty="0"/>
              <a:t>-Es de </a:t>
            </a:r>
            <a:r>
              <a:rPr lang="en-US" dirty="0" err="1"/>
              <a:t>alta</a:t>
            </a:r>
            <a:r>
              <a:rPr lang="en-US" dirty="0"/>
              <a:t> </a:t>
            </a:r>
            <a:r>
              <a:rPr lang="en-US" dirty="0" err="1"/>
              <a:t>dinámica</a:t>
            </a:r>
            <a:r>
              <a:rPr lang="en-US" dirty="0"/>
              <a:t>, </a:t>
            </a:r>
            <a:r>
              <a:rPr lang="en-US" dirty="0" err="1"/>
              <a:t>ya</a:t>
            </a:r>
            <a:r>
              <a:rPr lang="en-US" dirty="0"/>
              <a:t> </a:t>
            </a:r>
            <a:r>
              <a:rPr lang="en-US" dirty="0" err="1"/>
              <a:t>que</a:t>
            </a:r>
            <a:r>
              <a:rPr lang="en-US" dirty="0"/>
              <a:t> debe ser </a:t>
            </a:r>
            <a:r>
              <a:rPr lang="en-US" dirty="0" err="1"/>
              <a:t>capaz</a:t>
            </a:r>
            <a:r>
              <a:rPr lang="en-US" dirty="0"/>
              <a:t> de </a:t>
            </a:r>
            <a:r>
              <a:rPr lang="en-US" dirty="0" err="1"/>
              <a:t>moverse</a:t>
            </a:r>
            <a:r>
              <a:rPr lang="en-US" dirty="0"/>
              <a:t> con </a:t>
            </a:r>
            <a:r>
              <a:rPr lang="en-US" dirty="0" err="1"/>
              <a:t>rapidez</a:t>
            </a:r>
            <a:r>
              <a:rPr lang="en-US" dirty="0"/>
              <a:t> y </a:t>
            </a:r>
            <a:r>
              <a:rPr lang="en-US" dirty="0" err="1"/>
              <a:t>desplegar</a:t>
            </a:r>
            <a:r>
              <a:rPr lang="en-US" dirty="0"/>
              <a:t> </a:t>
            </a:r>
            <a:r>
              <a:rPr lang="en-US" dirty="0" err="1"/>
              <a:t>mucha</a:t>
            </a:r>
            <a:r>
              <a:rPr lang="en-US" dirty="0"/>
              <a:t> </a:t>
            </a:r>
            <a:r>
              <a:rPr lang="en-US" dirty="0" err="1"/>
              <a:t>energía</a:t>
            </a:r>
            <a:r>
              <a:rPr lang="en-US" dirty="0"/>
              <a:t> </a:t>
            </a:r>
            <a:r>
              <a:rPr lang="en-US" dirty="0" err="1"/>
              <a:t>en</a:t>
            </a:r>
            <a:r>
              <a:rPr lang="en-US" dirty="0"/>
              <a:t> breves </a:t>
            </a:r>
            <a:r>
              <a:rPr lang="en-US" dirty="0" err="1"/>
              <a:t>lapsos</a:t>
            </a:r>
            <a:r>
              <a:rPr lang="en-US" dirty="0"/>
              <a:t> de tiempo, lo </a:t>
            </a:r>
            <a:r>
              <a:rPr lang="en-US" dirty="0" err="1"/>
              <a:t>que</a:t>
            </a:r>
            <a:r>
              <a:rPr lang="en-US" dirty="0"/>
              <a:t>  </a:t>
            </a:r>
            <a:r>
              <a:rPr lang="en-US" dirty="0" err="1"/>
              <a:t>entedemos</a:t>
            </a:r>
            <a:r>
              <a:rPr lang="en-US" dirty="0"/>
              <a:t> </a:t>
            </a:r>
            <a:r>
              <a:rPr lang="en-US" dirty="0" err="1"/>
              <a:t>eléctricamente</a:t>
            </a:r>
            <a:r>
              <a:rPr lang="en-US" dirty="0"/>
              <a:t> </a:t>
            </a:r>
            <a:r>
              <a:rPr lang="en-US" dirty="0" err="1"/>
              <a:t>como</a:t>
            </a:r>
            <a:r>
              <a:rPr lang="en-US" dirty="0"/>
              <a:t> </a:t>
            </a:r>
            <a:r>
              <a:rPr lang="en-US" dirty="0" err="1"/>
              <a:t>potencia</a:t>
            </a:r>
            <a:r>
              <a:rPr lang="en-US" dirty="0"/>
              <a:t>.</a:t>
            </a:r>
          </a:p>
          <a:p>
            <a:pPr defTabSz="931717">
              <a:defRPr/>
            </a:pPr>
            <a:r>
              <a:rPr lang="en-US" dirty="0"/>
              <a:t>-La </a:t>
            </a:r>
            <a:r>
              <a:rPr lang="en-US" dirty="0" err="1"/>
              <a:t>tarea</a:t>
            </a:r>
            <a:r>
              <a:rPr lang="en-US" dirty="0"/>
              <a:t> principal a </a:t>
            </a:r>
            <a:r>
              <a:rPr lang="en-US" dirty="0" err="1"/>
              <a:t>desarrollar</a:t>
            </a:r>
            <a:r>
              <a:rPr lang="en-US" dirty="0"/>
              <a:t> será </a:t>
            </a:r>
            <a:r>
              <a:rPr lang="es-CL" noProof="0" dirty="0" err="1"/>
              <a:t>Propocionar</a:t>
            </a:r>
            <a:r>
              <a:rPr lang="es-CL" noProof="0" dirty="0"/>
              <a:t> un suministro completamente autónomo para B1P0, que no tenga cables de alimentación entrantes de ningún tipo.</a:t>
            </a:r>
          </a:p>
          <a:p>
            <a:pPr marL="0" marR="0" lvl="0" indent="0" algn="l" defTabSz="931717" rtl="0" eaLnBrk="1" fontAlgn="auto" latinLnBrk="0" hangingPunct="1">
              <a:lnSpc>
                <a:spcPct val="100000"/>
              </a:lnSpc>
              <a:spcBef>
                <a:spcPts val="0"/>
              </a:spcBef>
              <a:spcAft>
                <a:spcPts val="0"/>
              </a:spcAft>
              <a:buClrTx/>
              <a:buSzTx/>
              <a:buFontTx/>
              <a:buNone/>
              <a:tabLst/>
              <a:defRPr/>
            </a:pPr>
            <a:r>
              <a:rPr lang="es-CL" noProof="0" dirty="0"/>
              <a:t>-Otorgarle un sistema integrado que comunique cualitativamente si el robot ¿Está haciendo algo? ¿Está bien?</a:t>
            </a:r>
            <a:br>
              <a:rPr lang="es-CL" noProof="0" dirty="0"/>
            </a:br>
            <a:br>
              <a:rPr lang="es-CL" noProof="0" dirty="0"/>
            </a:br>
            <a:r>
              <a:rPr lang="en-US" dirty="0"/>
              <a:t>TEXTO:</a:t>
            </a:r>
            <a:br>
              <a:rPr lang="en-US" dirty="0"/>
            </a:br>
            <a:r>
              <a:rPr lang="en-US" dirty="0"/>
              <a:t>Sin embargo, el </a:t>
            </a:r>
            <a:r>
              <a:rPr lang="en-US" dirty="0" err="1"/>
              <a:t>verdadero</a:t>
            </a:r>
            <a:r>
              <a:rPr lang="en-US" dirty="0"/>
              <a:t> </a:t>
            </a:r>
            <a:r>
              <a:rPr lang="en-US" dirty="0" err="1"/>
              <a:t>protagonista</a:t>
            </a:r>
            <a:r>
              <a:rPr lang="en-US" dirty="0"/>
              <a:t> de </a:t>
            </a:r>
            <a:r>
              <a:rPr lang="en-US" dirty="0" err="1"/>
              <a:t>este</a:t>
            </a:r>
            <a:r>
              <a:rPr lang="en-US" dirty="0"/>
              <a:t> trabajo es B1P0 y es </a:t>
            </a:r>
            <a:r>
              <a:rPr lang="en-US" dirty="0" err="1"/>
              <a:t>que</a:t>
            </a:r>
            <a:r>
              <a:rPr lang="en-US" dirty="0"/>
              <a:t> se </a:t>
            </a:r>
            <a:r>
              <a:rPr lang="en-US" dirty="0" err="1"/>
              <a:t>trata</a:t>
            </a:r>
            <a:r>
              <a:rPr lang="en-US" dirty="0"/>
              <a:t> del primer robot </a:t>
            </a:r>
            <a:r>
              <a:rPr lang="en-US" dirty="0" err="1"/>
              <a:t>bípedo</a:t>
            </a:r>
            <a:r>
              <a:rPr lang="en-US" dirty="0"/>
              <a:t> </a:t>
            </a:r>
            <a:r>
              <a:rPr lang="en-US" dirty="0" err="1"/>
              <a:t>desarrollado</a:t>
            </a:r>
            <a:r>
              <a:rPr lang="en-US" dirty="0"/>
              <a:t> </a:t>
            </a:r>
            <a:r>
              <a:rPr lang="en-US" dirty="0" err="1"/>
              <a:t>en</a:t>
            </a:r>
            <a:r>
              <a:rPr lang="en-US" dirty="0"/>
              <a:t> esta Universidad.</a:t>
            </a:r>
            <a:br>
              <a:rPr lang="en-US" dirty="0"/>
            </a:br>
            <a:r>
              <a:rPr lang="en-US" dirty="0"/>
              <a:t>B1P0 es un robot con fines de </a:t>
            </a:r>
            <a:r>
              <a:rPr lang="en-US" dirty="0" err="1"/>
              <a:t>exploración</a:t>
            </a:r>
            <a:r>
              <a:rPr lang="en-US" dirty="0"/>
              <a:t>, o sea </a:t>
            </a:r>
            <a:r>
              <a:rPr lang="en-US" dirty="0" err="1"/>
              <a:t>que</a:t>
            </a:r>
            <a:r>
              <a:rPr lang="en-US" dirty="0"/>
              <a:t> </a:t>
            </a:r>
            <a:r>
              <a:rPr lang="en-US" dirty="0" err="1"/>
              <a:t>su</a:t>
            </a:r>
            <a:r>
              <a:rPr lang="en-US" dirty="0"/>
              <a:t> </a:t>
            </a:r>
            <a:r>
              <a:rPr lang="en-US" dirty="0" err="1"/>
              <a:t>propósito</a:t>
            </a:r>
            <a:r>
              <a:rPr lang="en-US" dirty="0"/>
              <a:t> principal es acceder: a </a:t>
            </a:r>
            <a:r>
              <a:rPr lang="en-US" dirty="0" err="1"/>
              <a:t>terrenos</a:t>
            </a:r>
            <a:r>
              <a:rPr lang="en-US" dirty="0"/>
              <a:t> </a:t>
            </a:r>
            <a:r>
              <a:rPr lang="en-US" dirty="0" err="1"/>
              <a:t>adversos</a:t>
            </a:r>
            <a:r>
              <a:rPr lang="en-US" dirty="0"/>
              <a:t>, </a:t>
            </a:r>
            <a:r>
              <a:rPr lang="en-US" dirty="0" err="1"/>
              <a:t>como</a:t>
            </a:r>
            <a:r>
              <a:rPr lang="en-US" dirty="0"/>
              <a:t> son </a:t>
            </a:r>
            <a:r>
              <a:rPr lang="en-US" dirty="0" err="1"/>
              <a:t>los</a:t>
            </a:r>
            <a:r>
              <a:rPr lang="en-US" dirty="0"/>
              <a:t> </a:t>
            </a:r>
            <a:r>
              <a:rPr lang="en-US" dirty="0" err="1"/>
              <a:t>túneles</a:t>
            </a:r>
            <a:r>
              <a:rPr lang="en-US" dirty="0"/>
              <a:t> de la </a:t>
            </a:r>
            <a:r>
              <a:rPr lang="en-US" dirty="0" err="1"/>
              <a:t>mineria</a:t>
            </a:r>
            <a:r>
              <a:rPr lang="en-US" dirty="0"/>
              <a:t>. Así </a:t>
            </a:r>
            <a:r>
              <a:rPr lang="en-US" dirty="0" err="1"/>
              <a:t>como</a:t>
            </a:r>
            <a:r>
              <a:rPr lang="en-US" dirty="0"/>
              <a:t> </a:t>
            </a:r>
            <a:r>
              <a:rPr lang="en-US" dirty="0" err="1"/>
              <a:t>lugares</a:t>
            </a:r>
            <a:r>
              <a:rPr lang="en-US" dirty="0"/>
              <a:t> de </a:t>
            </a:r>
            <a:r>
              <a:rPr lang="en-US" dirty="0" err="1"/>
              <a:t>dificil</a:t>
            </a:r>
            <a:r>
              <a:rPr lang="en-US" dirty="0"/>
              <a:t> acceso, </a:t>
            </a:r>
            <a:r>
              <a:rPr lang="en-US" dirty="0" err="1"/>
              <a:t>como</a:t>
            </a:r>
            <a:r>
              <a:rPr lang="en-US" dirty="0"/>
              <a:t> cuando </a:t>
            </a:r>
            <a:r>
              <a:rPr lang="en-US" dirty="0" err="1"/>
              <a:t>sucede</a:t>
            </a:r>
            <a:r>
              <a:rPr lang="en-US" dirty="0"/>
              <a:t> </a:t>
            </a:r>
            <a:r>
              <a:rPr lang="en-US" dirty="0" err="1"/>
              <a:t>una</a:t>
            </a:r>
            <a:r>
              <a:rPr lang="en-US" dirty="0"/>
              <a:t> </a:t>
            </a:r>
            <a:r>
              <a:rPr lang="en-US" dirty="0" err="1"/>
              <a:t>catástrofe</a:t>
            </a:r>
            <a:r>
              <a:rPr lang="en-US" dirty="0"/>
              <a:t> y no es Seguro </a:t>
            </a:r>
            <a:r>
              <a:rPr lang="en-US" dirty="0" err="1"/>
              <a:t>enviar</a:t>
            </a:r>
            <a:r>
              <a:rPr lang="en-US" dirty="0"/>
              <a:t> </a:t>
            </a:r>
            <a:r>
              <a:rPr lang="en-US" dirty="0" err="1"/>
              <a:t>una</a:t>
            </a:r>
            <a:r>
              <a:rPr lang="en-US" dirty="0"/>
              <a:t> persona. Para esto el </a:t>
            </a:r>
            <a:r>
              <a:rPr lang="en-US" dirty="0" err="1"/>
              <a:t>hecho</a:t>
            </a:r>
            <a:r>
              <a:rPr lang="en-US" dirty="0"/>
              <a:t> de </a:t>
            </a:r>
            <a:r>
              <a:rPr lang="en-US" dirty="0" err="1"/>
              <a:t>que</a:t>
            </a:r>
            <a:r>
              <a:rPr lang="en-US" dirty="0"/>
              <a:t> sea </a:t>
            </a:r>
            <a:r>
              <a:rPr lang="en-US" dirty="0" err="1"/>
              <a:t>bípedo</a:t>
            </a:r>
            <a:r>
              <a:rPr lang="en-US" dirty="0"/>
              <a:t>, le </a:t>
            </a:r>
            <a:r>
              <a:rPr lang="en-US" dirty="0" err="1"/>
              <a:t>proporciona</a:t>
            </a:r>
            <a:r>
              <a:rPr lang="en-US" dirty="0"/>
              <a:t> muchas </a:t>
            </a:r>
            <a:r>
              <a:rPr lang="en-US" dirty="0" err="1"/>
              <a:t>ventajas</a:t>
            </a:r>
            <a:r>
              <a:rPr lang="en-US" dirty="0"/>
              <a:t> </a:t>
            </a:r>
            <a:r>
              <a:rPr lang="en-US" dirty="0" err="1"/>
              <a:t>en</a:t>
            </a:r>
            <a:r>
              <a:rPr lang="en-US" dirty="0"/>
              <a:t> caminos </a:t>
            </a:r>
            <a:r>
              <a:rPr lang="en-US" dirty="0" err="1"/>
              <a:t>que</a:t>
            </a:r>
            <a:r>
              <a:rPr lang="en-US" dirty="0"/>
              <a:t> no </a:t>
            </a:r>
            <a:r>
              <a:rPr lang="en-US" dirty="0" err="1"/>
              <a:t>tienen</a:t>
            </a:r>
            <a:r>
              <a:rPr lang="en-US" dirty="0"/>
              <a:t> </a:t>
            </a:r>
            <a:r>
              <a:rPr lang="en-US" dirty="0" err="1"/>
              <a:t>preparación</a:t>
            </a:r>
            <a:r>
              <a:rPr lang="en-US" dirty="0"/>
              <a:t> previa y, </a:t>
            </a:r>
            <a:r>
              <a:rPr lang="en-US" dirty="0" err="1"/>
              <a:t>eventualmente</a:t>
            </a:r>
            <a:r>
              <a:rPr lang="en-US" dirty="0"/>
              <a:t> </a:t>
            </a:r>
            <a:r>
              <a:rPr lang="en-US" dirty="0" err="1"/>
              <a:t>en</a:t>
            </a:r>
            <a:r>
              <a:rPr lang="en-US" dirty="0"/>
              <a:t> utilizar </a:t>
            </a:r>
            <a:r>
              <a:rPr lang="en-US" dirty="0" err="1"/>
              <a:t>infraestructura</a:t>
            </a:r>
            <a:r>
              <a:rPr lang="en-US" dirty="0"/>
              <a:t> humana. </a:t>
            </a:r>
            <a:r>
              <a:rPr lang="en-US" dirty="0" err="1"/>
              <a:t>Debido</a:t>
            </a:r>
            <a:r>
              <a:rPr lang="en-US" dirty="0"/>
              <a:t> a </a:t>
            </a:r>
            <a:r>
              <a:rPr lang="en-US" dirty="0" err="1"/>
              <a:t>su</a:t>
            </a:r>
            <a:r>
              <a:rPr lang="en-US" dirty="0"/>
              <a:t> </a:t>
            </a:r>
            <a:r>
              <a:rPr lang="en-US" dirty="0" err="1"/>
              <a:t>anatomía</a:t>
            </a:r>
            <a:r>
              <a:rPr lang="en-US" dirty="0"/>
              <a:t>, se </a:t>
            </a:r>
            <a:r>
              <a:rPr lang="en-US" dirty="0" err="1"/>
              <a:t>espera</a:t>
            </a:r>
            <a:r>
              <a:rPr lang="en-US" dirty="0"/>
              <a:t> </a:t>
            </a:r>
            <a:r>
              <a:rPr lang="en-US" dirty="0" err="1"/>
              <a:t>que</a:t>
            </a:r>
            <a:r>
              <a:rPr lang="en-US" dirty="0"/>
              <a:t> </a:t>
            </a:r>
            <a:r>
              <a:rPr lang="en-US" dirty="0" err="1"/>
              <a:t>realice</a:t>
            </a:r>
            <a:r>
              <a:rPr lang="en-US" dirty="0"/>
              <a:t> </a:t>
            </a:r>
            <a:r>
              <a:rPr lang="en-US" dirty="0" err="1"/>
              <a:t>movimientos</a:t>
            </a:r>
            <a:r>
              <a:rPr lang="en-US" dirty="0"/>
              <a:t> </a:t>
            </a:r>
            <a:r>
              <a:rPr lang="en-US" dirty="0" err="1"/>
              <a:t>complejos</a:t>
            </a:r>
            <a:r>
              <a:rPr lang="en-US" dirty="0"/>
              <a:t> </a:t>
            </a:r>
            <a:r>
              <a:rPr lang="en-US" dirty="0" err="1"/>
              <a:t>como</a:t>
            </a:r>
            <a:r>
              <a:rPr lang="en-US" dirty="0"/>
              <a:t> </a:t>
            </a:r>
            <a:r>
              <a:rPr lang="en-US" dirty="0" err="1"/>
              <a:t>correr</a:t>
            </a:r>
            <a:r>
              <a:rPr lang="en-US" dirty="0"/>
              <a:t> o </a:t>
            </a:r>
            <a:r>
              <a:rPr lang="en-US" dirty="0" err="1"/>
              <a:t>saltar</a:t>
            </a:r>
            <a:r>
              <a:rPr lang="en-US" dirty="0"/>
              <a:t>. Esto </a:t>
            </a:r>
            <a:r>
              <a:rPr lang="en-US" dirty="0" err="1"/>
              <a:t>significa</a:t>
            </a:r>
            <a:r>
              <a:rPr lang="en-US" dirty="0"/>
              <a:t> </a:t>
            </a:r>
            <a:r>
              <a:rPr lang="en-US" dirty="0" err="1"/>
              <a:t>que</a:t>
            </a:r>
            <a:r>
              <a:rPr lang="en-US" dirty="0"/>
              <a:t> tendrá </a:t>
            </a:r>
            <a:r>
              <a:rPr lang="en-US" dirty="0" err="1"/>
              <a:t>que</a:t>
            </a:r>
            <a:r>
              <a:rPr lang="en-US" dirty="0"/>
              <a:t> </a:t>
            </a:r>
            <a:r>
              <a:rPr lang="en-US" dirty="0" err="1"/>
              <a:t>desplegar</a:t>
            </a:r>
            <a:r>
              <a:rPr lang="en-US" dirty="0"/>
              <a:t> gran </a:t>
            </a:r>
            <a:r>
              <a:rPr lang="en-US" dirty="0" err="1"/>
              <a:t>cantidad</a:t>
            </a:r>
            <a:r>
              <a:rPr lang="en-US" dirty="0"/>
              <a:t> de </a:t>
            </a:r>
            <a:r>
              <a:rPr lang="en-US" dirty="0" err="1"/>
              <a:t>energía</a:t>
            </a:r>
            <a:r>
              <a:rPr lang="en-US" dirty="0"/>
              <a:t> </a:t>
            </a:r>
            <a:r>
              <a:rPr lang="en-US" dirty="0" err="1"/>
              <a:t>en</a:t>
            </a:r>
            <a:r>
              <a:rPr lang="en-US" dirty="0"/>
              <a:t> poco tiempo para </a:t>
            </a:r>
            <a:r>
              <a:rPr lang="en-US" dirty="0" err="1"/>
              <a:t>su</a:t>
            </a:r>
            <a:r>
              <a:rPr lang="en-US" dirty="0"/>
              <a:t> </a:t>
            </a:r>
            <a:r>
              <a:rPr lang="en-US" dirty="0" err="1"/>
              <a:t>reducido</a:t>
            </a:r>
            <a:r>
              <a:rPr lang="en-US" dirty="0"/>
              <a:t> </a:t>
            </a:r>
            <a:r>
              <a:rPr lang="en-US" dirty="0" err="1"/>
              <a:t>tamaño</a:t>
            </a:r>
            <a:r>
              <a:rPr lang="en-US" dirty="0"/>
              <a:t>, lo </a:t>
            </a:r>
            <a:r>
              <a:rPr lang="en-US" dirty="0" err="1"/>
              <a:t>que</a:t>
            </a:r>
            <a:r>
              <a:rPr lang="en-US" dirty="0"/>
              <a:t> </a:t>
            </a:r>
            <a:r>
              <a:rPr lang="en-US" dirty="0" err="1"/>
              <a:t>conocemos</a:t>
            </a:r>
            <a:r>
              <a:rPr lang="en-US" dirty="0"/>
              <a:t> </a:t>
            </a:r>
            <a:r>
              <a:rPr lang="en-US" dirty="0" err="1"/>
              <a:t>como</a:t>
            </a:r>
            <a:r>
              <a:rPr lang="en-US" dirty="0"/>
              <a:t> </a:t>
            </a:r>
            <a:r>
              <a:rPr lang="en-US" dirty="0" err="1"/>
              <a:t>alta</a:t>
            </a:r>
            <a:r>
              <a:rPr lang="en-US" dirty="0"/>
              <a:t> </a:t>
            </a:r>
            <a:r>
              <a:rPr lang="en-US" dirty="0" err="1"/>
              <a:t>dinámica</a:t>
            </a:r>
            <a:r>
              <a:rPr lang="en-US" dirty="0"/>
              <a:t> o </a:t>
            </a:r>
            <a:r>
              <a:rPr lang="en-US" dirty="0" err="1"/>
              <a:t>electricamente</a:t>
            </a:r>
            <a:r>
              <a:rPr lang="en-US" dirty="0"/>
              <a:t> </a:t>
            </a:r>
            <a:r>
              <a:rPr lang="en-US" dirty="0" err="1"/>
              <a:t>como</a:t>
            </a:r>
            <a:r>
              <a:rPr lang="en-US" dirty="0"/>
              <a:t> </a:t>
            </a:r>
            <a:r>
              <a:rPr lang="en-US" dirty="0" err="1"/>
              <a:t>alta</a:t>
            </a:r>
            <a:r>
              <a:rPr lang="en-US" dirty="0"/>
              <a:t> </a:t>
            </a:r>
            <a:r>
              <a:rPr lang="en-US" dirty="0" err="1"/>
              <a:t>potencia</a:t>
            </a:r>
            <a:r>
              <a:rPr lang="en-US" dirty="0"/>
              <a:t>.</a:t>
            </a:r>
            <a:br>
              <a:rPr lang="en-US" dirty="0"/>
            </a:br>
            <a:br>
              <a:rPr lang="en-US" dirty="0"/>
            </a:br>
            <a:r>
              <a:rPr lang="en-US" dirty="0"/>
              <a:t>El </a:t>
            </a:r>
            <a:r>
              <a:rPr lang="en-US" dirty="0" err="1"/>
              <a:t>propósito</a:t>
            </a:r>
            <a:r>
              <a:rPr lang="en-US" dirty="0"/>
              <a:t> de </a:t>
            </a:r>
            <a:r>
              <a:rPr lang="en-US" dirty="0" err="1"/>
              <a:t>este</a:t>
            </a:r>
            <a:r>
              <a:rPr lang="en-US" dirty="0"/>
              <a:t> trabajo es </a:t>
            </a:r>
            <a:r>
              <a:rPr lang="es-CL" noProof="0" dirty="0"/>
              <a:t>proporcionar un suministro de energía completamente autónomo para B1P0 y contar con un sistema integrado que permita saber: ¿está haciendo algo el robot? Y ¿está bien el robot?</a:t>
            </a:r>
          </a:p>
          <a:p>
            <a:pPr defTabSz="931717">
              <a:defRPr/>
            </a:pPr>
            <a:endParaRPr lang="es-CL" noProof="0" dirty="0"/>
          </a:p>
        </p:txBody>
      </p:sp>
      <p:sp>
        <p:nvSpPr>
          <p:cNvPr id="4" name="Slide Number Placeholder 3"/>
          <p:cNvSpPr>
            <a:spLocks noGrp="1"/>
          </p:cNvSpPr>
          <p:nvPr>
            <p:ph type="sldNum" sz="quarter" idx="5"/>
          </p:nvPr>
        </p:nvSpPr>
        <p:spPr/>
        <p:txBody>
          <a:bodyPr/>
          <a:lstStyle/>
          <a:p>
            <a:fld id="{8C0B9996-D9CA-462D-97C3-C7724DF66AF1}" type="slidenum">
              <a:rPr lang="es-CL" smtClean="0"/>
              <a:t>2</a:t>
            </a:fld>
            <a:endParaRPr lang="es-CL"/>
          </a:p>
        </p:txBody>
      </p:sp>
    </p:spTree>
    <p:extLst>
      <p:ext uri="{BB962C8B-B14F-4D97-AF65-F5344CB8AC3E}">
        <p14:creationId xmlns:p14="http://schemas.microsoft.com/office/powerpoint/2010/main" val="3765952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3</a:t>
            </a:fld>
            <a:endParaRPr lang="es-CL"/>
          </a:p>
        </p:txBody>
      </p:sp>
    </p:spTree>
    <p:extLst>
      <p:ext uri="{BB962C8B-B14F-4D97-AF65-F5344CB8AC3E}">
        <p14:creationId xmlns:p14="http://schemas.microsoft.com/office/powerpoint/2010/main" val="328413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sz="1300" dirty="0"/>
              <a:t>\</a:t>
            </a:r>
            <a:r>
              <a:rPr lang="es-CL" sz="1300" dirty="0" err="1"/>
              <a:t>item</a:t>
            </a:r>
            <a:r>
              <a:rPr lang="es-CL" sz="1300" dirty="0"/>
              <a:t> Diseñar y construir una unidad de fuente de poder específica para el robot, en base de circuitos integrados de convertidores comerciales junto con los puntos de conexión de ellos con los controladores, sensores y actuadores pertinentes. Elementos seleccionados para los niveles de tensión de estos subsistemas a partir de una batería de iones de litio cuyo rango sea de entre $19.8 [V]$ y $25.2 [V]$, que suministre hasta $667 [W]$ de potencia como riel primario de alimentación de actuadores. Siendo los siguientes rieles pensados en controladores y sensores, donde el segundo es de $5 [V]$ a $18.8 [W]$ de potencia y el tercero de $3.3 [V]$ a $1.65 [W]$ de potencia. </a:t>
            </a:r>
          </a:p>
          <a:p>
            <a:r>
              <a:rPr lang="es-CL" sz="1300" dirty="0"/>
              <a:t>\</a:t>
            </a:r>
            <a:r>
              <a:rPr lang="es-CL" sz="1300" dirty="0" err="1"/>
              <a:t>item</a:t>
            </a:r>
            <a:r>
              <a:rPr lang="es-CL" sz="1300" dirty="0"/>
              <a:t> Diseñar, programar, integrar e implementar un sistema de alertas, compuesto de sensores y módulos capaz de cuantificar parámetros internos de la batería, entregando al usuario una señal de estado cualitativa representativa e integral del robot por medio de una indicación visual. Así como entregando a través de software un registro de alertas y eventos del sistema y por componente.</a:t>
            </a:r>
          </a:p>
          <a:p>
            <a:r>
              <a:rPr lang="es-CL" sz="1300" dirty="0"/>
              <a:t>\</a:t>
            </a:r>
            <a:r>
              <a:rPr lang="es-CL" sz="1300" dirty="0" err="1"/>
              <a:t>item</a:t>
            </a:r>
            <a:r>
              <a:rPr lang="es-CL" sz="1300" dirty="0"/>
              <a:t> Integrar y armonizar los diferentes componentes de la fuente de poder y sistema de monitoreo dentro del robot, de manera que todos tengan un espacio físico de huella mínima, peso reducido, conexión sencilla y adecuada gestión térmica.</a:t>
            </a:r>
          </a:p>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4</a:t>
            </a:fld>
            <a:endParaRPr lang="es-CL"/>
          </a:p>
        </p:txBody>
      </p:sp>
    </p:spTree>
    <p:extLst>
      <p:ext uri="{BB962C8B-B14F-4D97-AF65-F5344CB8AC3E}">
        <p14:creationId xmlns:p14="http://schemas.microsoft.com/office/powerpoint/2010/main" val="2022052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endParaRPr lang="en-US" dirty="0"/>
          </a:p>
          <a:p>
            <a:r>
              <a:rPr lang="en-US" dirty="0"/>
              <a:t>-La </a:t>
            </a:r>
            <a:r>
              <a:rPr lang="en-US" dirty="0" err="1"/>
              <a:t>unidad</a:t>
            </a:r>
            <a:r>
              <a:rPr lang="en-US" dirty="0"/>
              <a:t> a utilizar es de 6 </a:t>
            </a:r>
            <a:r>
              <a:rPr lang="en-US" dirty="0" err="1"/>
              <a:t>celdas</a:t>
            </a:r>
            <a:r>
              <a:rPr lang="en-US" dirty="0"/>
              <a:t> </a:t>
            </a:r>
            <a:r>
              <a:rPr lang="en-US" dirty="0" err="1"/>
              <a:t>en</a:t>
            </a:r>
            <a:r>
              <a:rPr lang="en-US" dirty="0"/>
              <a:t> </a:t>
            </a:r>
            <a:r>
              <a:rPr lang="en-US" dirty="0" err="1"/>
              <a:t>serie</a:t>
            </a:r>
            <a:r>
              <a:rPr lang="en-US" dirty="0"/>
              <a:t> o 6s, </a:t>
            </a:r>
            <a:r>
              <a:rPr lang="en-US" dirty="0" err="1"/>
              <a:t>cuya</a:t>
            </a:r>
            <a:r>
              <a:rPr lang="en-US" dirty="0"/>
              <a:t> tensión nominal es de 22.2[V] y </a:t>
            </a:r>
            <a:r>
              <a:rPr lang="en-US" dirty="0" err="1"/>
              <a:t>una</a:t>
            </a:r>
            <a:r>
              <a:rPr lang="en-US" dirty="0"/>
              <a:t> </a:t>
            </a:r>
            <a:r>
              <a:rPr lang="en-US" dirty="0" err="1"/>
              <a:t>capacidad</a:t>
            </a:r>
            <a:r>
              <a:rPr lang="en-US" dirty="0"/>
              <a:t> de 4000[</a:t>
            </a:r>
            <a:r>
              <a:rPr lang="en-US" dirty="0" err="1"/>
              <a:t>mAh</a:t>
            </a:r>
            <a:r>
              <a:rPr lang="en-US" dirty="0"/>
              <a:t>]. Los </a:t>
            </a:r>
            <a:r>
              <a:rPr lang="en-US" dirty="0" err="1"/>
              <a:t>límites</a:t>
            </a:r>
            <a:r>
              <a:rPr lang="en-US" dirty="0"/>
              <a:t> de </a:t>
            </a:r>
            <a:r>
              <a:rPr lang="en-US" dirty="0" err="1"/>
              <a:t>operación</a:t>
            </a:r>
            <a:r>
              <a:rPr lang="en-US" dirty="0"/>
              <a:t> de esta </a:t>
            </a:r>
            <a:r>
              <a:rPr lang="en-US" dirty="0" err="1"/>
              <a:t>batería</a:t>
            </a:r>
            <a:r>
              <a:rPr lang="en-US" dirty="0"/>
              <a:t> se </a:t>
            </a:r>
            <a:r>
              <a:rPr lang="en-US" dirty="0" err="1"/>
              <a:t>han</a:t>
            </a:r>
            <a:r>
              <a:rPr lang="en-US" dirty="0"/>
              <a:t> </a:t>
            </a:r>
            <a:r>
              <a:rPr lang="en-US" dirty="0" err="1"/>
              <a:t>definido</a:t>
            </a:r>
            <a:r>
              <a:rPr lang="en-US" dirty="0"/>
              <a:t> </a:t>
            </a:r>
            <a:r>
              <a:rPr lang="en-US" dirty="0" err="1"/>
              <a:t>como</a:t>
            </a:r>
            <a:r>
              <a:rPr lang="en-US" dirty="0"/>
              <a:t> se </a:t>
            </a:r>
            <a:r>
              <a:rPr lang="en-US" dirty="0" err="1"/>
              <a:t>muestran</a:t>
            </a:r>
            <a:r>
              <a:rPr lang="en-US" dirty="0"/>
              <a:t> </a:t>
            </a:r>
            <a:r>
              <a:rPr lang="en-US" dirty="0" err="1"/>
              <a:t>en</a:t>
            </a:r>
            <a:r>
              <a:rPr lang="en-US" dirty="0"/>
              <a:t> la imagen </a:t>
            </a:r>
            <a:r>
              <a:rPr lang="en-US" dirty="0" err="1"/>
              <a:t>priorizando</a:t>
            </a:r>
            <a:r>
              <a:rPr lang="en-US" dirty="0"/>
              <a:t> </a:t>
            </a:r>
            <a:r>
              <a:rPr lang="en-US" dirty="0" err="1"/>
              <a:t>una</a:t>
            </a:r>
            <a:r>
              <a:rPr lang="en-US" dirty="0"/>
              <a:t> </a:t>
            </a:r>
            <a:r>
              <a:rPr lang="en-US" dirty="0" err="1"/>
              <a:t>operación</a:t>
            </a:r>
            <a:r>
              <a:rPr lang="en-US" dirty="0"/>
              <a:t> </a:t>
            </a:r>
            <a:r>
              <a:rPr lang="en-US" dirty="0" err="1"/>
              <a:t>segura</a:t>
            </a:r>
            <a:r>
              <a:rPr lang="en-US" dirty="0"/>
              <a:t>.</a:t>
            </a:r>
          </a:p>
          <a:p>
            <a:br>
              <a:rPr lang="en-US" dirty="0"/>
            </a:br>
            <a:r>
              <a:rPr lang="en-US" dirty="0"/>
              <a:t>-</a:t>
            </a:r>
            <a:r>
              <a:rPr lang="en-US" dirty="0" err="1"/>
              <a:t>Cuantificación</a:t>
            </a:r>
            <a:r>
              <a:rPr lang="en-US" dirty="0"/>
              <a:t> de la </a:t>
            </a:r>
            <a:r>
              <a:rPr lang="en-US" dirty="0" err="1"/>
              <a:t>potencia</a:t>
            </a:r>
            <a:r>
              <a:rPr lang="en-US" dirty="0"/>
              <a:t> donde se hace </a:t>
            </a:r>
            <a:r>
              <a:rPr lang="en-US" dirty="0" err="1"/>
              <a:t>uso</a:t>
            </a:r>
            <a:r>
              <a:rPr lang="en-US" dirty="0"/>
              <a:t> de las </a:t>
            </a:r>
            <a:r>
              <a:rPr lang="en-US" dirty="0" err="1"/>
              <a:t>potencias</a:t>
            </a:r>
            <a:r>
              <a:rPr lang="en-US" dirty="0"/>
              <a:t> </a:t>
            </a:r>
            <a:r>
              <a:rPr lang="en-US" dirty="0" err="1"/>
              <a:t>máximas</a:t>
            </a:r>
            <a:r>
              <a:rPr lang="en-US" dirty="0"/>
              <a:t> </a:t>
            </a:r>
            <a:r>
              <a:rPr lang="en-US" dirty="0" err="1"/>
              <a:t>requeridas</a:t>
            </a:r>
            <a:r>
              <a:rPr lang="en-US" dirty="0"/>
              <a:t> </a:t>
            </a:r>
            <a:r>
              <a:rPr lang="en-US" dirty="0" err="1"/>
              <a:t>por</a:t>
            </a:r>
            <a:r>
              <a:rPr lang="en-US" dirty="0"/>
              <a:t> </a:t>
            </a:r>
            <a:r>
              <a:rPr lang="en-US" dirty="0" err="1"/>
              <a:t>cada</a:t>
            </a:r>
            <a:r>
              <a:rPr lang="en-US" dirty="0"/>
              <a:t> </a:t>
            </a:r>
            <a:r>
              <a:rPr lang="en-US" dirty="0" err="1"/>
              <a:t>dispositivo</a:t>
            </a:r>
            <a:r>
              <a:rPr lang="en-US" dirty="0"/>
              <a:t>. </a:t>
            </a:r>
          </a:p>
          <a:p>
            <a:r>
              <a:rPr lang="en-US" dirty="0"/>
              <a:t>-Así </a:t>
            </a:r>
            <a:r>
              <a:rPr lang="en-US" dirty="0" err="1"/>
              <a:t>como</a:t>
            </a:r>
            <a:r>
              <a:rPr lang="en-US" dirty="0"/>
              <a:t> la </a:t>
            </a:r>
            <a:r>
              <a:rPr lang="en-US" dirty="0" err="1"/>
              <a:t>máxima</a:t>
            </a:r>
            <a:r>
              <a:rPr lang="en-US" dirty="0"/>
              <a:t> </a:t>
            </a:r>
            <a:r>
              <a:rPr lang="en-US" dirty="0" err="1"/>
              <a:t>identificada</a:t>
            </a:r>
            <a:r>
              <a:rPr lang="en-US" dirty="0"/>
              <a:t> </a:t>
            </a:r>
            <a:r>
              <a:rPr lang="en-US" dirty="0" err="1"/>
              <a:t>en</a:t>
            </a:r>
            <a:r>
              <a:rPr lang="en-US" dirty="0"/>
              <a:t> el Proyecto anterior, </a:t>
            </a:r>
            <a:r>
              <a:rPr lang="en-US" dirty="0" err="1"/>
              <a:t>como</a:t>
            </a:r>
            <a:r>
              <a:rPr lang="en-US" dirty="0"/>
              <a:t> Corriente </a:t>
            </a:r>
            <a:r>
              <a:rPr lang="en-US" dirty="0" err="1"/>
              <a:t>experimentada</a:t>
            </a:r>
            <a:r>
              <a:rPr lang="en-US" dirty="0"/>
              <a:t> </a:t>
            </a:r>
            <a:r>
              <a:rPr lang="en-US" dirty="0" err="1"/>
              <a:t>en</a:t>
            </a:r>
            <a:r>
              <a:rPr lang="en-US" dirty="0"/>
              <a:t> </a:t>
            </a:r>
            <a:r>
              <a:rPr lang="en-US" dirty="0" err="1"/>
              <a:t>limite</a:t>
            </a:r>
            <a:r>
              <a:rPr lang="en-US" dirty="0"/>
              <a:t> </a:t>
            </a:r>
            <a:r>
              <a:rPr lang="en-US" dirty="0" err="1"/>
              <a:t>mecánico</a:t>
            </a:r>
            <a:r>
              <a:rPr lang="en-US" dirty="0"/>
              <a:t> de las </a:t>
            </a:r>
            <a:r>
              <a:rPr lang="en-US" dirty="0" err="1"/>
              <a:t>piezas</a:t>
            </a:r>
            <a:r>
              <a:rPr lang="en-US" dirty="0"/>
              <a:t> </a:t>
            </a:r>
            <a:r>
              <a:rPr lang="en-US" dirty="0" err="1"/>
              <a:t>que</a:t>
            </a:r>
            <a:r>
              <a:rPr lang="en-US" dirty="0"/>
              <a:t> </a:t>
            </a:r>
            <a:r>
              <a:rPr lang="en-US" dirty="0" err="1"/>
              <a:t>soportan</a:t>
            </a:r>
            <a:r>
              <a:rPr lang="en-US" dirty="0"/>
              <a:t> </a:t>
            </a:r>
            <a:r>
              <a:rPr lang="en-US" dirty="0" err="1"/>
              <a:t>los</a:t>
            </a:r>
            <a:r>
              <a:rPr lang="en-US" dirty="0"/>
              <a:t> </a:t>
            </a:r>
            <a:r>
              <a:rPr lang="en-US" dirty="0" err="1"/>
              <a:t>actudaores</a:t>
            </a:r>
            <a:r>
              <a:rPr lang="en-US" dirty="0"/>
              <a:t>.</a:t>
            </a:r>
          </a:p>
          <a:p>
            <a:r>
              <a:rPr lang="en-US" dirty="0"/>
              <a:t>-Se </a:t>
            </a:r>
            <a:r>
              <a:rPr lang="en-US" dirty="0" err="1"/>
              <a:t>identifican</a:t>
            </a:r>
            <a:r>
              <a:rPr lang="en-US" dirty="0"/>
              <a:t> 3 </a:t>
            </a:r>
            <a:r>
              <a:rPr lang="en-US" dirty="0" err="1"/>
              <a:t>lineas</a:t>
            </a:r>
            <a:r>
              <a:rPr lang="en-US" dirty="0"/>
              <a:t> o </a:t>
            </a:r>
            <a:r>
              <a:rPr lang="en-US" dirty="0" err="1"/>
              <a:t>niveles</a:t>
            </a:r>
            <a:r>
              <a:rPr lang="en-US" dirty="0"/>
              <a:t>.</a:t>
            </a:r>
            <a:br>
              <a:rPr lang="en-US" dirty="0"/>
            </a:br>
            <a:r>
              <a:rPr lang="en-US" dirty="0"/>
              <a:t>-El bus de </a:t>
            </a:r>
            <a:r>
              <a:rPr lang="en-US" dirty="0" err="1"/>
              <a:t>batería</a:t>
            </a:r>
            <a:r>
              <a:rPr lang="en-US" dirty="0"/>
              <a:t>, </a:t>
            </a:r>
            <a:r>
              <a:rPr lang="en-US" dirty="0" err="1"/>
              <a:t>como</a:t>
            </a:r>
            <a:r>
              <a:rPr lang="en-US" dirty="0"/>
              <a:t> el </a:t>
            </a:r>
            <a:r>
              <a:rPr lang="en-US" dirty="0" err="1"/>
              <a:t>que</a:t>
            </a:r>
            <a:r>
              <a:rPr lang="en-US" dirty="0"/>
              <a:t> tendrá </a:t>
            </a:r>
            <a:r>
              <a:rPr lang="en-US" dirty="0" err="1"/>
              <a:t>que</a:t>
            </a:r>
            <a:r>
              <a:rPr lang="en-US" dirty="0"/>
              <a:t> </a:t>
            </a:r>
            <a:r>
              <a:rPr lang="en-US" dirty="0" err="1"/>
              <a:t>suministrar</a:t>
            </a:r>
            <a:r>
              <a:rPr lang="en-US" dirty="0"/>
              <a:t> entre 12V a 48V.</a:t>
            </a:r>
          </a:p>
          <a:p>
            <a:r>
              <a:rPr lang="en-US" dirty="0"/>
              <a:t>-La </a:t>
            </a:r>
            <a:r>
              <a:rPr lang="en-US" dirty="0" err="1"/>
              <a:t>linea</a:t>
            </a:r>
            <a:r>
              <a:rPr lang="en-US" dirty="0"/>
              <a:t> de 5V </a:t>
            </a:r>
            <a:r>
              <a:rPr lang="en-US" dirty="0" err="1"/>
              <a:t>que</a:t>
            </a:r>
            <a:r>
              <a:rPr lang="en-US" dirty="0"/>
              <a:t> </a:t>
            </a:r>
            <a:r>
              <a:rPr lang="en-US" dirty="0" err="1"/>
              <a:t>alimenta</a:t>
            </a:r>
            <a:r>
              <a:rPr lang="en-US" dirty="0"/>
              <a:t> </a:t>
            </a:r>
            <a:r>
              <a:rPr lang="en-US" dirty="0" err="1"/>
              <a:t>los</a:t>
            </a:r>
            <a:r>
              <a:rPr lang="en-US" dirty="0"/>
              <a:t> </a:t>
            </a:r>
            <a:r>
              <a:rPr lang="en-US" dirty="0" err="1"/>
              <a:t>microcontroladores</a:t>
            </a:r>
            <a:r>
              <a:rPr lang="en-US" dirty="0"/>
              <a:t> y </a:t>
            </a:r>
            <a:r>
              <a:rPr lang="en-US" dirty="0" err="1"/>
              <a:t>algunos</a:t>
            </a:r>
            <a:r>
              <a:rPr lang="en-US" dirty="0"/>
              <a:t> sensores</a:t>
            </a:r>
          </a:p>
          <a:p>
            <a:r>
              <a:rPr lang="en-US" dirty="0"/>
              <a:t>-La </a:t>
            </a:r>
            <a:r>
              <a:rPr lang="en-US" dirty="0" err="1"/>
              <a:t>linea</a:t>
            </a:r>
            <a:r>
              <a:rPr lang="en-US" dirty="0"/>
              <a:t> de 3.3V </a:t>
            </a:r>
            <a:r>
              <a:rPr lang="en-US" dirty="0" err="1"/>
              <a:t>que</a:t>
            </a:r>
            <a:r>
              <a:rPr lang="en-US" dirty="0"/>
              <a:t> </a:t>
            </a:r>
            <a:r>
              <a:rPr lang="en-US" dirty="0" err="1"/>
              <a:t>habilita</a:t>
            </a:r>
            <a:r>
              <a:rPr lang="en-US" dirty="0"/>
              <a:t> a utilizar varios sensores communes a esta tensión.</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5</a:t>
            </a:fld>
            <a:endParaRPr lang="es-CL"/>
          </a:p>
        </p:txBody>
      </p:sp>
    </p:spTree>
    <p:extLst>
      <p:ext uri="{BB962C8B-B14F-4D97-AF65-F5344CB8AC3E}">
        <p14:creationId xmlns:p14="http://schemas.microsoft.com/office/powerpoint/2010/main" val="410182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-Celda es el </a:t>
            </a:r>
            <a:r>
              <a:rPr lang="en-US" dirty="0" err="1"/>
              <a:t>lugar</a:t>
            </a:r>
            <a:r>
              <a:rPr lang="en-US" dirty="0"/>
              <a:t> </a:t>
            </a:r>
            <a:r>
              <a:rPr lang="en-US" dirty="0" err="1"/>
              <a:t>físico</a:t>
            </a:r>
            <a:r>
              <a:rPr lang="en-US" dirty="0"/>
              <a:t> donde </a:t>
            </a:r>
            <a:r>
              <a:rPr lang="en-US" dirty="0" err="1"/>
              <a:t>ocurre</a:t>
            </a:r>
            <a:r>
              <a:rPr lang="en-US" dirty="0"/>
              <a:t> la </a:t>
            </a:r>
            <a:r>
              <a:rPr lang="en-US" dirty="0" err="1"/>
              <a:t>reacción</a:t>
            </a:r>
            <a:r>
              <a:rPr lang="en-US" dirty="0"/>
              <a:t> </a:t>
            </a:r>
            <a:r>
              <a:rPr lang="en-US" dirty="0" err="1"/>
              <a:t>electroquímica</a:t>
            </a:r>
            <a:r>
              <a:rPr lang="en-US" dirty="0"/>
              <a:t> </a:t>
            </a:r>
            <a:r>
              <a:rPr lang="en-US" dirty="0" err="1"/>
              <a:t>en</a:t>
            </a:r>
            <a:r>
              <a:rPr lang="en-US" dirty="0"/>
              <a:t> el </a:t>
            </a:r>
            <a:r>
              <a:rPr lang="en-US" dirty="0" err="1"/>
              <a:t>movimiento</a:t>
            </a:r>
            <a:r>
              <a:rPr lang="en-US" dirty="0"/>
              <a:t> de </a:t>
            </a:r>
            <a:r>
              <a:rPr lang="en-US" dirty="0" err="1"/>
              <a:t>iones</a:t>
            </a:r>
            <a:r>
              <a:rPr lang="en-US" dirty="0"/>
              <a:t> de </a:t>
            </a:r>
            <a:r>
              <a:rPr lang="en-US" dirty="0" err="1"/>
              <a:t>litio</a:t>
            </a:r>
            <a:r>
              <a:rPr lang="en-US" dirty="0"/>
              <a:t>. </a:t>
            </a:r>
            <a:r>
              <a:rPr lang="en-US" dirty="0" err="1"/>
              <a:t>Motivo</a:t>
            </a:r>
            <a:r>
              <a:rPr lang="en-US" dirty="0"/>
              <a:t> </a:t>
            </a:r>
            <a:r>
              <a:rPr lang="en-US" dirty="0" err="1"/>
              <a:t>por</a:t>
            </a:r>
            <a:r>
              <a:rPr lang="en-US" dirty="0"/>
              <a:t> el </a:t>
            </a:r>
            <a:r>
              <a:rPr lang="en-US" dirty="0" err="1"/>
              <a:t>que</a:t>
            </a:r>
            <a:r>
              <a:rPr lang="en-US" dirty="0"/>
              <a:t> las </a:t>
            </a:r>
            <a:r>
              <a:rPr lang="en-US" dirty="0" err="1"/>
              <a:t>baterías</a:t>
            </a:r>
            <a:r>
              <a:rPr lang="en-US" dirty="0"/>
              <a:t> son </a:t>
            </a:r>
            <a:r>
              <a:rPr lang="en-US" dirty="0" err="1"/>
              <a:t>llamadas</a:t>
            </a:r>
            <a:r>
              <a:rPr lang="en-US" dirty="0"/>
              <a:t> Li-ion</a:t>
            </a:r>
          </a:p>
          <a:p>
            <a:r>
              <a:rPr lang="en-US" dirty="0"/>
              <a:t>-En particular se </a:t>
            </a:r>
            <a:r>
              <a:rPr lang="en-US" dirty="0" err="1"/>
              <a:t>utilizará</a:t>
            </a:r>
            <a:r>
              <a:rPr lang="en-US" dirty="0"/>
              <a:t> </a:t>
            </a:r>
            <a:r>
              <a:rPr lang="en-US" dirty="0" err="1"/>
              <a:t>una</a:t>
            </a:r>
            <a:r>
              <a:rPr lang="en-US" dirty="0"/>
              <a:t> </a:t>
            </a:r>
            <a:r>
              <a:rPr lang="en-US" dirty="0" err="1"/>
              <a:t>batería</a:t>
            </a:r>
            <a:r>
              <a:rPr lang="en-US" dirty="0"/>
              <a:t> de </a:t>
            </a:r>
            <a:r>
              <a:rPr lang="en-US" dirty="0" err="1"/>
              <a:t>litio</a:t>
            </a:r>
            <a:r>
              <a:rPr lang="en-US" dirty="0"/>
              <a:t> con </a:t>
            </a:r>
            <a:r>
              <a:rPr lang="en-US" dirty="0" err="1"/>
              <a:t>química</a:t>
            </a:r>
            <a:r>
              <a:rPr lang="en-US" dirty="0"/>
              <a:t> LCO o de </a:t>
            </a:r>
            <a:r>
              <a:rPr lang="en-US" dirty="0" err="1"/>
              <a:t>óxido</a:t>
            </a:r>
            <a:r>
              <a:rPr lang="en-US" dirty="0"/>
              <a:t> de </a:t>
            </a:r>
            <a:r>
              <a:rPr lang="en-US" dirty="0" err="1"/>
              <a:t>cobalto</a:t>
            </a:r>
            <a:r>
              <a:rPr lang="en-US" dirty="0"/>
              <a:t>, </a:t>
            </a:r>
            <a:r>
              <a:rPr lang="en-US" dirty="0" err="1"/>
              <a:t>en</a:t>
            </a:r>
            <a:r>
              <a:rPr lang="en-US" dirty="0"/>
              <a:t> </a:t>
            </a:r>
            <a:r>
              <a:rPr lang="en-US" dirty="0" err="1"/>
              <a:t>formato</a:t>
            </a:r>
            <a:r>
              <a:rPr lang="en-US" dirty="0"/>
              <a:t> </a:t>
            </a:r>
            <a:r>
              <a:rPr lang="en-US" dirty="0" err="1"/>
              <a:t>bolsa</a:t>
            </a:r>
            <a:r>
              <a:rPr lang="en-US" dirty="0"/>
              <a:t>. </a:t>
            </a:r>
            <a:r>
              <a:rPr lang="en-US" dirty="0" err="1"/>
              <a:t>Combinación</a:t>
            </a:r>
            <a:r>
              <a:rPr lang="en-US" dirty="0"/>
              <a:t> </a:t>
            </a:r>
            <a:r>
              <a:rPr lang="en-US" dirty="0" err="1"/>
              <a:t>que</a:t>
            </a:r>
            <a:r>
              <a:rPr lang="en-US" dirty="0"/>
              <a:t> se </a:t>
            </a:r>
            <a:r>
              <a:rPr lang="en-US" dirty="0" err="1"/>
              <a:t>trabaja</a:t>
            </a:r>
            <a:r>
              <a:rPr lang="en-US" dirty="0"/>
              <a:t> </a:t>
            </a:r>
            <a:r>
              <a:rPr lang="en-US" dirty="0" err="1"/>
              <a:t>comercialmente</a:t>
            </a:r>
            <a:r>
              <a:rPr lang="en-US" dirty="0"/>
              <a:t> </a:t>
            </a:r>
            <a:r>
              <a:rPr lang="en-US" dirty="0" err="1"/>
              <a:t>como</a:t>
            </a:r>
            <a:r>
              <a:rPr lang="en-US" dirty="0"/>
              <a:t> Li-po y posee </a:t>
            </a:r>
            <a:r>
              <a:rPr lang="en-US" dirty="0" err="1"/>
              <a:t>alta</a:t>
            </a:r>
            <a:r>
              <a:rPr lang="en-US" dirty="0"/>
              <a:t> </a:t>
            </a:r>
            <a:r>
              <a:rPr lang="en-US" dirty="0" err="1"/>
              <a:t>densidad</a:t>
            </a:r>
            <a:r>
              <a:rPr lang="en-US" dirty="0"/>
              <a:t> </a:t>
            </a:r>
            <a:r>
              <a:rPr lang="en-US" dirty="0" err="1"/>
              <a:t>energética</a:t>
            </a:r>
            <a:r>
              <a:rPr lang="en-US" dirty="0"/>
              <a:t>, con bajo </a:t>
            </a:r>
            <a:r>
              <a:rPr lang="en-US" dirty="0" err="1"/>
              <a:t>costo</a:t>
            </a:r>
            <a:r>
              <a:rPr lang="en-US" dirty="0"/>
              <a:t> commercial.</a:t>
            </a:r>
          </a:p>
          <a:p>
            <a:r>
              <a:rPr lang="en-US" dirty="0"/>
              <a:t>-Así </a:t>
            </a:r>
            <a:r>
              <a:rPr lang="en-US" dirty="0" err="1"/>
              <a:t>como</a:t>
            </a:r>
            <a:r>
              <a:rPr lang="en-US" dirty="0"/>
              <a:t> se dispone de </a:t>
            </a:r>
            <a:r>
              <a:rPr lang="en-US" dirty="0" err="1"/>
              <a:t>una</a:t>
            </a:r>
            <a:r>
              <a:rPr lang="en-US" dirty="0"/>
              <a:t> </a:t>
            </a:r>
            <a:r>
              <a:rPr lang="en-US" dirty="0" err="1"/>
              <a:t>alta</a:t>
            </a:r>
            <a:r>
              <a:rPr lang="en-US" dirty="0"/>
              <a:t> </a:t>
            </a:r>
            <a:r>
              <a:rPr lang="en-US" dirty="0" err="1"/>
              <a:t>densidad</a:t>
            </a:r>
            <a:r>
              <a:rPr lang="en-US" dirty="0"/>
              <a:t> </a:t>
            </a:r>
            <a:r>
              <a:rPr lang="en-US" dirty="0" err="1"/>
              <a:t>energética</a:t>
            </a:r>
            <a:r>
              <a:rPr lang="en-US" dirty="0"/>
              <a:t>. Es muy </a:t>
            </a:r>
            <a:r>
              <a:rPr lang="en-US" dirty="0" err="1"/>
              <a:t>importante</a:t>
            </a:r>
            <a:r>
              <a:rPr lang="en-US" dirty="0"/>
              <a:t> </a:t>
            </a:r>
            <a:r>
              <a:rPr lang="en-US" dirty="0" err="1"/>
              <a:t>cuidar</a:t>
            </a:r>
            <a:r>
              <a:rPr lang="en-US" dirty="0"/>
              <a:t> la </a:t>
            </a:r>
            <a:r>
              <a:rPr lang="en-US" dirty="0" err="1"/>
              <a:t>seguridad</a:t>
            </a:r>
            <a:r>
              <a:rPr lang="en-US" dirty="0"/>
              <a:t> de la </a:t>
            </a:r>
            <a:r>
              <a:rPr lang="en-US" dirty="0" err="1"/>
              <a:t>batería</a:t>
            </a:r>
            <a:r>
              <a:rPr lang="en-US" dirty="0"/>
              <a:t>, </a:t>
            </a:r>
            <a:r>
              <a:rPr lang="en-US" dirty="0" err="1"/>
              <a:t>pues</a:t>
            </a:r>
            <a:r>
              <a:rPr lang="en-US" dirty="0"/>
              <a:t> </a:t>
            </a:r>
            <a:br>
              <a:rPr lang="en-US" dirty="0"/>
            </a:br>
            <a:r>
              <a:rPr lang="en-US" dirty="0"/>
              <a:t>	un </a:t>
            </a:r>
            <a:r>
              <a:rPr lang="en-US" dirty="0" err="1"/>
              <a:t>voltaje</a:t>
            </a:r>
            <a:r>
              <a:rPr lang="en-US" dirty="0"/>
              <a:t> bajo </a:t>
            </a:r>
            <a:r>
              <a:rPr lang="en-US" dirty="0" err="1"/>
              <a:t>propicia</a:t>
            </a:r>
            <a:r>
              <a:rPr lang="en-US" dirty="0"/>
              <a:t> la </a:t>
            </a:r>
            <a:r>
              <a:rPr lang="en-US" dirty="0" err="1"/>
              <a:t>formación</a:t>
            </a:r>
            <a:r>
              <a:rPr lang="en-US" dirty="0"/>
              <a:t> de </a:t>
            </a:r>
            <a:r>
              <a:rPr lang="en-US" dirty="0" err="1"/>
              <a:t>cristales</a:t>
            </a:r>
            <a:r>
              <a:rPr lang="en-US" dirty="0"/>
              <a:t> </a:t>
            </a:r>
            <a:r>
              <a:rPr lang="en-US" dirty="0" err="1"/>
              <a:t>en</a:t>
            </a:r>
            <a:r>
              <a:rPr lang="en-US" dirty="0"/>
              <a:t> la </a:t>
            </a:r>
            <a:r>
              <a:rPr lang="en-US" dirty="0" err="1"/>
              <a:t>estructura</a:t>
            </a:r>
            <a:r>
              <a:rPr lang="en-US" dirty="0"/>
              <a:t> </a:t>
            </a:r>
            <a:r>
              <a:rPr lang="en-US" dirty="0" err="1"/>
              <a:t>que</a:t>
            </a:r>
            <a:r>
              <a:rPr lang="en-US" dirty="0"/>
              <a:t> pueden </a:t>
            </a:r>
            <a:r>
              <a:rPr lang="en-US" dirty="0" err="1"/>
              <a:t>perforar</a:t>
            </a:r>
            <a:r>
              <a:rPr lang="en-US" dirty="0"/>
              <a:t> las </a:t>
            </a:r>
            <a:r>
              <a:rPr lang="en-US" dirty="0" err="1"/>
              <a:t>capas</a:t>
            </a:r>
            <a:r>
              <a:rPr lang="en-US" dirty="0"/>
              <a:t> de las </a:t>
            </a:r>
            <a:r>
              <a:rPr lang="en-US" dirty="0" err="1"/>
              <a:t>celdas</a:t>
            </a:r>
            <a:r>
              <a:rPr lang="en-US" dirty="0"/>
              <a:t>, un </a:t>
            </a:r>
            <a:r>
              <a:rPr lang="en-US" dirty="0" err="1"/>
              <a:t>voltaje</a:t>
            </a:r>
            <a:r>
              <a:rPr lang="en-US" dirty="0"/>
              <a:t> alto </a:t>
            </a:r>
            <a:r>
              <a:rPr lang="en-US" dirty="0" err="1"/>
              <a:t>hará</a:t>
            </a:r>
            <a:r>
              <a:rPr lang="en-US" dirty="0"/>
              <a:t> </a:t>
            </a:r>
            <a:r>
              <a:rPr lang="en-US" dirty="0" err="1"/>
              <a:t>que</a:t>
            </a:r>
            <a:r>
              <a:rPr lang="en-US" dirty="0"/>
              <a:t> degrade la </a:t>
            </a:r>
            <a:r>
              <a:rPr lang="en-US" dirty="0" err="1"/>
              <a:t>celda</a:t>
            </a:r>
            <a:endParaRPr lang="en-US" dirty="0"/>
          </a:p>
          <a:p>
            <a:r>
              <a:rPr lang="en-US" dirty="0"/>
              <a:t>	</a:t>
            </a:r>
            <a:r>
              <a:rPr lang="en-US" dirty="0" err="1"/>
              <a:t>una</a:t>
            </a:r>
            <a:r>
              <a:rPr lang="en-US" dirty="0"/>
              <a:t> temperatura baja le </a:t>
            </a:r>
            <a:r>
              <a:rPr lang="en-US" dirty="0" err="1"/>
              <a:t>quitará</a:t>
            </a:r>
            <a:r>
              <a:rPr lang="en-US" dirty="0"/>
              <a:t> </a:t>
            </a:r>
            <a:r>
              <a:rPr lang="en-US" dirty="0" err="1"/>
              <a:t>rendimiento</a:t>
            </a:r>
            <a:r>
              <a:rPr lang="en-US" dirty="0"/>
              <a:t> , </a:t>
            </a:r>
            <a:r>
              <a:rPr lang="en-US" dirty="0" err="1"/>
              <a:t>una</a:t>
            </a:r>
            <a:r>
              <a:rPr lang="en-US" dirty="0"/>
              <a:t> temperatura </a:t>
            </a:r>
            <a:r>
              <a:rPr lang="en-US" dirty="0" err="1"/>
              <a:t>alta</a:t>
            </a:r>
            <a:r>
              <a:rPr lang="en-US" dirty="0"/>
              <a:t> </a:t>
            </a:r>
            <a:r>
              <a:rPr lang="en-US" dirty="0" err="1"/>
              <a:t>hará</a:t>
            </a:r>
            <a:r>
              <a:rPr lang="en-US" dirty="0"/>
              <a:t> </a:t>
            </a:r>
            <a:r>
              <a:rPr lang="en-US" dirty="0" err="1"/>
              <a:t>que</a:t>
            </a:r>
            <a:r>
              <a:rPr lang="en-US" dirty="0"/>
              <a:t> </a:t>
            </a:r>
            <a:r>
              <a:rPr lang="en-US" dirty="0" err="1"/>
              <a:t>emane</a:t>
            </a:r>
            <a:r>
              <a:rPr lang="en-US" dirty="0"/>
              <a:t> gases </a:t>
            </a:r>
            <a:r>
              <a:rPr lang="en-US" dirty="0" err="1"/>
              <a:t>que</a:t>
            </a:r>
            <a:r>
              <a:rPr lang="en-US" dirty="0"/>
              <a:t> la </a:t>
            </a:r>
            <a:r>
              <a:rPr lang="en-US" dirty="0" err="1"/>
              <a:t>hinchen</a:t>
            </a:r>
            <a:endParaRPr lang="en-US" dirty="0"/>
          </a:p>
          <a:p>
            <a:r>
              <a:rPr lang="en-US" dirty="0"/>
              <a:t>-En </a:t>
            </a:r>
            <a:r>
              <a:rPr lang="en-US" dirty="0" err="1"/>
              <a:t>definitva</a:t>
            </a:r>
            <a:r>
              <a:rPr lang="en-US" dirty="0"/>
              <a:t>, la </a:t>
            </a:r>
            <a:r>
              <a:rPr lang="en-US" dirty="0" err="1"/>
              <a:t>perforación</a:t>
            </a:r>
            <a:r>
              <a:rPr lang="en-US" dirty="0"/>
              <a:t> la </a:t>
            </a:r>
            <a:r>
              <a:rPr lang="en-US" dirty="0" err="1"/>
              <a:t>combinación</a:t>
            </a:r>
            <a:r>
              <a:rPr lang="en-US" dirty="0"/>
              <a:t> de estos </a:t>
            </a:r>
            <a:r>
              <a:rPr lang="en-US" dirty="0" err="1"/>
              <a:t>factores</a:t>
            </a:r>
            <a:r>
              <a:rPr lang="en-US" dirty="0"/>
              <a:t> puede </a:t>
            </a:r>
            <a:r>
              <a:rPr lang="en-US" dirty="0" err="1"/>
              <a:t>lograr</a:t>
            </a:r>
            <a:r>
              <a:rPr lang="en-US" dirty="0"/>
              <a:t> </a:t>
            </a:r>
            <a:r>
              <a:rPr lang="en-US" dirty="0" err="1"/>
              <a:t>que</a:t>
            </a:r>
            <a:r>
              <a:rPr lang="en-US" dirty="0"/>
              <a:t> la </a:t>
            </a:r>
            <a:r>
              <a:rPr lang="en-US" dirty="0" err="1"/>
              <a:t>batería</a:t>
            </a:r>
            <a:r>
              <a:rPr lang="en-US" dirty="0"/>
              <a:t> </a:t>
            </a:r>
            <a:r>
              <a:rPr lang="en-US" dirty="0" err="1"/>
              <a:t>descargue</a:t>
            </a:r>
            <a:r>
              <a:rPr lang="en-US" dirty="0"/>
              <a:t> </a:t>
            </a:r>
            <a:r>
              <a:rPr lang="en-US" dirty="0" err="1"/>
              <a:t>su</a:t>
            </a:r>
            <a:r>
              <a:rPr lang="en-US" dirty="0"/>
              <a:t> </a:t>
            </a:r>
            <a:r>
              <a:rPr lang="en-US" dirty="0" err="1"/>
              <a:t>energia</a:t>
            </a:r>
            <a:r>
              <a:rPr lang="en-US" dirty="0"/>
              <a:t> de golpe, con alto Riesgo de </a:t>
            </a:r>
            <a:r>
              <a:rPr lang="en-US" dirty="0" err="1"/>
              <a:t>descontrol</a:t>
            </a:r>
            <a:r>
              <a:rPr lang="en-US" dirty="0"/>
              <a:t> </a:t>
            </a:r>
            <a:r>
              <a:rPr lang="en-US" dirty="0" err="1"/>
              <a:t>térmico</a:t>
            </a:r>
            <a:r>
              <a:rPr lang="en-US" dirty="0"/>
              <a:t>.</a:t>
            </a:r>
          </a:p>
          <a:p>
            <a:r>
              <a:rPr lang="en-US" dirty="0"/>
              <a:t>-</a:t>
            </a:r>
            <a:r>
              <a:rPr lang="en-US" dirty="0" err="1"/>
              <a:t>Finalemente</a:t>
            </a:r>
            <a:r>
              <a:rPr lang="en-US" dirty="0"/>
              <a:t> las </a:t>
            </a:r>
            <a:r>
              <a:rPr lang="en-US" dirty="0" err="1"/>
              <a:t>protecciones</a:t>
            </a:r>
            <a:r>
              <a:rPr lang="en-US" dirty="0"/>
              <a:t> </a:t>
            </a:r>
            <a:r>
              <a:rPr lang="en-US" dirty="0" err="1"/>
              <a:t>necesarias</a:t>
            </a:r>
            <a:r>
              <a:rPr lang="en-US" dirty="0"/>
              <a:t> </a:t>
            </a:r>
            <a:r>
              <a:rPr lang="en-US" dirty="0" err="1"/>
              <a:t>seran</a:t>
            </a:r>
            <a:r>
              <a:rPr lang="en-US" dirty="0"/>
              <a:t> al menos:</a:t>
            </a:r>
            <a:br>
              <a:rPr lang="en-US" dirty="0"/>
            </a:br>
            <a:r>
              <a:rPr lang="en-US" dirty="0"/>
              <a:t>	</a:t>
            </a:r>
            <a:r>
              <a:rPr lang="en-US" dirty="0" err="1"/>
              <a:t>sobre</a:t>
            </a:r>
            <a:r>
              <a:rPr lang="en-US" dirty="0"/>
              <a:t> y </a:t>
            </a:r>
            <a:r>
              <a:rPr lang="en-US" dirty="0" err="1"/>
              <a:t>bajovoltaje</a:t>
            </a:r>
            <a:r>
              <a:rPr lang="en-US" dirty="0"/>
              <a:t> de la </a:t>
            </a:r>
            <a:r>
              <a:rPr lang="en-US" dirty="0" err="1"/>
              <a:t>batería</a:t>
            </a:r>
            <a:r>
              <a:rPr lang="en-US" dirty="0"/>
              <a:t> y </a:t>
            </a:r>
            <a:r>
              <a:rPr lang="en-US" dirty="0" err="1"/>
              <a:t>por</a:t>
            </a:r>
            <a:r>
              <a:rPr lang="en-US" dirty="0"/>
              <a:t> </a:t>
            </a:r>
            <a:r>
              <a:rPr lang="en-US" dirty="0" err="1"/>
              <a:t>celda</a:t>
            </a:r>
            <a:r>
              <a:rPr lang="en-US" dirty="0"/>
              <a:t>. / sobre-corriente y </a:t>
            </a:r>
            <a:r>
              <a:rPr lang="en-US" dirty="0" err="1"/>
              <a:t>cortocircuito</a:t>
            </a:r>
            <a:r>
              <a:rPr lang="en-US" dirty="0"/>
              <a:t> /temperatura</a:t>
            </a:r>
          </a:p>
          <a:p>
            <a:r>
              <a:rPr lang="en-US" dirty="0"/>
              <a:t>Solo </a:t>
            </a:r>
            <a:r>
              <a:rPr lang="en-US" dirty="0" err="1"/>
              <a:t>en</a:t>
            </a:r>
            <a:r>
              <a:rPr lang="en-US" dirty="0"/>
              <a:t> modo </a:t>
            </a:r>
            <a:r>
              <a:rPr lang="en-US" dirty="0" err="1"/>
              <a:t>descarga</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6</a:t>
            </a:fld>
            <a:endParaRPr lang="es-CL"/>
          </a:p>
        </p:txBody>
      </p:sp>
    </p:spTree>
    <p:extLst>
      <p:ext uri="{BB962C8B-B14F-4D97-AF65-F5344CB8AC3E}">
        <p14:creationId xmlns:p14="http://schemas.microsoft.com/office/powerpoint/2010/main" val="2065327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a:t>
            </a:r>
            <a:r>
              <a:rPr lang="en-US" dirty="0" err="1"/>
              <a:t>Existen</a:t>
            </a:r>
            <a:r>
              <a:rPr lang="en-US" dirty="0"/>
              <a:t> </a:t>
            </a:r>
            <a:r>
              <a:rPr lang="en-US" dirty="0" err="1"/>
              <a:t>numerosas</a:t>
            </a:r>
            <a:r>
              <a:rPr lang="en-US" dirty="0"/>
              <a:t> formas de </a:t>
            </a:r>
            <a:r>
              <a:rPr lang="en-US" dirty="0" err="1"/>
              <a:t>representar</a:t>
            </a:r>
            <a:r>
              <a:rPr lang="en-US" dirty="0"/>
              <a:t> </a:t>
            </a:r>
            <a:r>
              <a:rPr lang="en-US" dirty="0" err="1"/>
              <a:t>eléctricamente</a:t>
            </a:r>
            <a:r>
              <a:rPr lang="en-US" dirty="0"/>
              <a:t> </a:t>
            </a:r>
            <a:r>
              <a:rPr lang="en-US" dirty="0" err="1"/>
              <a:t>una</a:t>
            </a:r>
            <a:r>
              <a:rPr lang="en-US" dirty="0"/>
              <a:t> </a:t>
            </a:r>
            <a:r>
              <a:rPr lang="en-US" dirty="0" err="1"/>
              <a:t>batería</a:t>
            </a:r>
            <a:r>
              <a:rPr lang="en-US" dirty="0"/>
              <a:t>, </a:t>
            </a:r>
            <a:r>
              <a:rPr lang="en-US" dirty="0" err="1"/>
              <a:t>en</a:t>
            </a:r>
            <a:r>
              <a:rPr lang="en-US" dirty="0"/>
              <a:t> las </a:t>
            </a:r>
            <a:r>
              <a:rPr lang="en-US" dirty="0" err="1"/>
              <a:t>que</a:t>
            </a:r>
            <a:r>
              <a:rPr lang="en-US" dirty="0"/>
              <a:t> se puede </a:t>
            </a:r>
            <a:r>
              <a:rPr lang="en-US" dirty="0" err="1"/>
              <a:t>cuantificar</a:t>
            </a:r>
            <a:r>
              <a:rPr lang="en-US" dirty="0"/>
              <a:t> </a:t>
            </a:r>
            <a:r>
              <a:rPr lang="en-US" dirty="0" err="1"/>
              <a:t>su</a:t>
            </a:r>
            <a:r>
              <a:rPr lang="en-US" dirty="0"/>
              <a:t> </a:t>
            </a:r>
            <a:r>
              <a:rPr lang="en-US" dirty="0" err="1"/>
              <a:t>dinámica</a:t>
            </a:r>
            <a:r>
              <a:rPr lang="en-US" dirty="0"/>
              <a:t> </a:t>
            </a:r>
            <a:r>
              <a:rPr lang="en-US" dirty="0" err="1"/>
              <a:t>por</a:t>
            </a:r>
            <a:r>
              <a:rPr lang="en-US" dirty="0"/>
              <a:t> el </a:t>
            </a:r>
            <a:r>
              <a:rPr lang="en-US" dirty="0" err="1"/>
              <a:t>efecto</a:t>
            </a:r>
            <a:r>
              <a:rPr lang="en-US" dirty="0"/>
              <a:t> de la </a:t>
            </a:r>
            <a:r>
              <a:rPr lang="en-US" dirty="0" err="1"/>
              <a:t>difusion</a:t>
            </a:r>
            <a:r>
              <a:rPr lang="en-US" dirty="0"/>
              <a:t> de </a:t>
            </a:r>
            <a:r>
              <a:rPr lang="en-US" dirty="0" err="1"/>
              <a:t>iones</a:t>
            </a:r>
            <a:r>
              <a:rPr lang="en-US" dirty="0"/>
              <a:t>, temperatura o </a:t>
            </a:r>
            <a:r>
              <a:rPr lang="en-US" dirty="0" err="1"/>
              <a:t>envejecimiento</a:t>
            </a:r>
            <a:r>
              <a:rPr lang="en-US" dirty="0"/>
              <a:t>.</a:t>
            </a:r>
            <a:br>
              <a:rPr lang="en-US" dirty="0"/>
            </a:br>
            <a:r>
              <a:rPr lang="en-US" dirty="0"/>
              <a:t>-En </a:t>
            </a:r>
            <a:r>
              <a:rPr lang="en-US" dirty="0" err="1"/>
              <a:t>este</a:t>
            </a:r>
            <a:r>
              <a:rPr lang="en-US" dirty="0"/>
              <a:t> </a:t>
            </a:r>
            <a:r>
              <a:rPr lang="en-US" dirty="0" err="1"/>
              <a:t>caso</a:t>
            </a:r>
            <a:r>
              <a:rPr lang="en-US" dirty="0"/>
              <a:t> se hace </a:t>
            </a:r>
            <a:r>
              <a:rPr lang="en-US" dirty="0" err="1"/>
              <a:t>uso</a:t>
            </a:r>
            <a:r>
              <a:rPr lang="en-US" dirty="0"/>
              <a:t> del </a:t>
            </a:r>
            <a:r>
              <a:rPr lang="en-US" dirty="0" err="1"/>
              <a:t>equivalente</a:t>
            </a:r>
            <a:r>
              <a:rPr lang="en-US" dirty="0"/>
              <a:t> </a:t>
            </a:r>
            <a:r>
              <a:rPr lang="en-US" dirty="0" err="1"/>
              <a:t>eléctrico</a:t>
            </a:r>
            <a:r>
              <a:rPr lang="en-US" dirty="0"/>
              <a:t> </a:t>
            </a:r>
            <a:r>
              <a:rPr lang="en-US" dirty="0" err="1"/>
              <a:t>mostrado</a:t>
            </a:r>
            <a:r>
              <a:rPr lang="en-US" dirty="0"/>
              <a:t>, donde el </a:t>
            </a:r>
            <a:r>
              <a:rPr lang="en-US" dirty="0" err="1"/>
              <a:t>efecto</a:t>
            </a:r>
            <a:r>
              <a:rPr lang="en-US" dirty="0"/>
              <a:t> principal </a:t>
            </a:r>
            <a:r>
              <a:rPr lang="en-US" dirty="0" err="1"/>
              <a:t>sobre</a:t>
            </a:r>
            <a:r>
              <a:rPr lang="en-US" dirty="0"/>
              <a:t> </a:t>
            </a:r>
            <a:r>
              <a:rPr lang="en-US" dirty="0" err="1"/>
              <a:t>ella</a:t>
            </a:r>
            <a:r>
              <a:rPr lang="en-US" dirty="0"/>
              <a:t> es la </a:t>
            </a:r>
            <a:r>
              <a:rPr lang="en-US" dirty="0" err="1"/>
              <a:t>difusión</a:t>
            </a:r>
            <a:r>
              <a:rPr lang="en-US" dirty="0"/>
              <a:t> de </a:t>
            </a:r>
            <a:r>
              <a:rPr lang="en-US" dirty="0" err="1"/>
              <a:t>iones</a:t>
            </a:r>
            <a:r>
              <a:rPr lang="en-US" dirty="0"/>
              <a:t> </a:t>
            </a:r>
            <a:r>
              <a:rPr lang="en-US" dirty="0" err="1"/>
              <a:t>en</a:t>
            </a:r>
            <a:r>
              <a:rPr lang="en-US" dirty="0"/>
              <a:t> la </a:t>
            </a:r>
            <a:r>
              <a:rPr lang="en-US" dirty="0" err="1"/>
              <a:t>superficie</a:t>
            </a:r>
            <a:r>
              <a:rPr lang="en-US" dirty="0"/>
              <a:t> de </a:t>
            </a:r>
            <a:r>
              <a:rPr lang="en-US" dirty="0" err="1"/>
              <a:t>los</a:t>
            </a:r>
            <a:r>
              <a:rPr lang="en-US" dirty="0"/>
              <a:t> </a:t>
            </a:r>
            <a:r>
              <a:rPr lang="en-US" dirty="0" err="1"/>
              <a:t>electrodos</a:t>
            </a:r>
            <a:r>
              <a:rPr lang="en-US" dirty="0"/>
              <a:t> de la </a:t>
            </a:r>
            <a:r>
              <a:rPr lang="en-US" dirty="0" err="1"/>
              <a:t>celda</a:t>
            </a:r>
            <a:r>
              <a:rPr lang="en-US" dirty="0"/>
              <a:t> y se </a:t>
            </a:r>
            <a:r>
              <a:rPr lang="en-US" dirty="0" err="1"/>
              <a:t>muestra</a:t>
            </a:r>
            <a:r>
              <a:rPr lang="en-US" dirty="0"/>
              <a:t> con </a:t>
            </a:r>
            <a:r>
              <a:rPr lang="en-US" dirty="0" err="1"/>
              <a:t>una</a:t>
            </a:r>
            <a:r>
              <a:rPr lang="en-US" dirty="0"/>
              <a:t> </a:t>
            </a:r>
            <a:r>
              <a:rPr lang="en-US" dirty="0" err="1"/>
              <a:t>rama</a:t>
            </a:r>
            <a:r>
              <a:rPr lang="en-US" dirty="0"/>
              <a:t> RC. </a:t>
            </a:r>
            <a:r>
              <a:rPr lang="en-US" dirty="0" err="1"/>
              <a:t>Identificados</a:t>
            </a:r>
            <a:r>
              <a:rPr lang="en-US" dirty="0"/>
              <a:t> </a:t>
            </a:r>
            <a:r>
              <a:rPr lang="en-US" dirty="0" err="1"/>
              <a:t>por</a:t>
            </a:r>
            <a:r>
              <a:rPr lang="en-US" dirty="0"/>
              <a:t> </a:t>
            </a:r>
            <a:r>
              <a:rPr lang="en-US" dirty="0" err="1"/>
              <a:t>R_diff</a:t>
            </a:r>
            <a:r>
              <a:rPr lang="en-US" dirty="0"/>
              <a:t> y </a:t>
            </a:r>
            <a:r>
              <a:rPr lang="en-US" dirty="0" err="1"/>
              <a:t>C_diff</a:t>
            </a:r>
            <a:r>
              <a:rPr lang="en-US" dirty="0"/>
              <a:t>.</a:t>
            </a:r>
          </a:p>
          <a:p>
            <a:r>
              <a:rPr lang="en-US" dirty="0"/>
              <a:t>-Este modelo se </a:t>
            </a:r>
            <a:r>
              <a:rPr lang="en-US" dirty="0" err="1"/>
              <a:t>utiliza</a:t>
            </a:r>
            <a:r>
              <a:rPr lang="en-US" dirty="0"/>
              <a:t> porque es </a:t>
            </a:r>
            <a:r>
              <a:rPr lang="en-US" dirty="0" err="1"/>
              <a:t>sencillo</a:t>
            </a:r>
            <a:r>
              <a:rPr lang="en-US" dirty="0"/>
              <a:t> de </a:t>
            </a:r>
            <a:r>
              <a:rPr lang="en-US" dirty="0" err="1"/>
              <a:t>obtener</a:t>
            </a:r>
            <a:r>
              <a:rPr lang="en-US" dirty="0"/>
              <a:t>, </a:t>
            </a:r>
            <a:r>
              <a:rPr lang="en-US" dirty="0" err="1"/>
              <a:t>habilitando</a:t>
            </a:r>
            <a:r>
              <a:rPr lang="en-US" dirty="0"/>
              <a:t> el </a:t>
            </a:r>
            <a:r>
              <a:rPr lang="en-US" dirty="0" err="1"/>
              <a:t>conteo</a:t>
            </a:r>
            <a:r>
              <a:rPr lang="en-US" dirty="0"/>
              <a:t> de cargas o </a:t>
            </a:r>
            <a:r>
              <a:rPr lang="en-US" dirty="0" err="1"/>
              <a:t>conteo</a:t>
            </a:r>
            <a:r>
              <a:rPr lang="en-US" dirty="0"/>
              <a:t> de coulomb para </a:t>
            </a:r>
            <a:r>
              <a:rPr lang="en-US" dirty="0" err="1"/>
              <a:t>estimar</a:t>
            </a:r>
            <a:r>
              <a:rPr lang="en-US" dirty="0"/>
              <a:t> el </a:t>
            </a:r>
            <a:r>
              <a:rPr lang="en-US" dirty="0" err="1"/>
              <a:t>estado</a:t>
            </a:r>
            <a:r>
              <a:rPr lang="en-US" dirty="0"/>
              <a:t> de carga SoC y, </a:t>
            </a:r>
            <a:r>
              <a:rPr lang="en-US" dirty="0" err="1"/>
              <a:t>permite</a:t>
            </a:r>
            <a:r>
              <a:rPr lang="en-US" dirty="0"/>
              <a:t> </a:t>
            </a:r>
            <a:r>
              <a:rPr lang="en-US" dirty="0" err="1"/>
              <a:t>recuperar</a:t>
            </a:r>
            <a:r>
              <a:rPr lang="en-US" dirty="0"/>
              <a:t> el </a:t>
            </a:r>
            <a:r>
              <a:rPr lang="en-US" dirty="0" err="1"/>
              <a:t>estado</a:t>
            </a:r>
            <a:r>
              <a:rPr lang="en-US" dirty="0"/>
              <a:t> de carga dado </a:t>
            </a:r>
            <a:r>
              <a:rPr lang="en-US" dirty="0" err="1"/>
              <a:t>que</a:t>
            </a:r>
            <a:r>
              <a:rPr lang="en-US" dirty="0"/>
              <a:t> la </a:t>
            </a:r>
            <a:r>
              <a:rPr lang="en-US" dirty="0" err="1"/>
              <a:t>batería</a:t>
            </a:r>
            <a:r>
              <a:rPr lang="en-US" dirty="0"/>
              <a:t> </a:t>
            </a:r>
            <a:r>
              <a:rPr lang="en-US" dirty="0" err="1"/>
              <a:t>haya</a:t>
            </a:r>
            <a:r>
              <a:rPr lang="en-US" dirty="0"/>
              <a:t> tenido </a:t>
            </a:r>
            <a:r>
              <a:rPr lang="en-US" dirty="0" err="1"/>
              <a:t>reposo</a:t>
            </a:r>
            <a:r>
              <a:rPr lang="en-US" dirty="0"/>
              <a:t> </a:t>
            </a:r>
            <a:r>
              <a:rPr lang="en-US" dirty="0" err="1"/>
              <a:t>prolongado</a:t>
            </a:r>
            <a:r>
              <a:rPr lang="en-US" dirty="0"/>
              <a:t>.</a:t>
            </a:r>
          </a:p>
          <a:p>
            <a:r>
              <a:rPr lang="en-US" dirty="0"/>
              <a:t>-De la </a:t>
            </a:r>
            <a:r>
              <a:rPr lang="en-US" dirty="0" err="1"/>
              <a:t>figura</a:t>
            </a:r>
            <a:r>
              <a:rPr lang="en-US" dirty="0"/>
              <a:t> se puede </a:t>
            </a:r>
            <a:r>
              <a:rPr lang="en-US" dirty="0" err="1"/>
              <a:t>apreciar</a:t>
            </a:r>
            <a:r>
              <a:rPr lang="en-US" dirty="0"/>
              <a:t> la tensión de circuito </a:t>
            </a:r>
            <a:r>
              <a:rPr lang="en-US" dirty="0" err="1"/>
              <a:t>abierto</a:t>
            </a:r>
            <a:r>
              <a:rPr lang="en-US" dirty="0"/>
              <a:t> o OCV, </a:t>
            </a:r>
            <a:r>
              <a:rPr lang="en-US" dirty="0" err="1"/>
              <a:t>que</a:t>
            </a:r>
            <a:r>
              <a:rPr lang="en-US" dirty="0"/>
              <a:t> </a:t>
            </a:r>
            <a:r>
              <a:rPr lang="en-US" dirty="0" err="1"/>
              <a:t>funciona</a:t>
            </a:r>
            <a:r>
              <a:rPr lang="en-US" dirty="0"/>
              <a:t> </a:t>
            </a:r>
            <a:r>
              <a:rPr lang="en-US" dirty="0" err="1"/>
              <a:t>como</a:t>
            </a:r>
            <a:r>
              <a:rPr lang="en-US" dirty="0"/>
              <a:t> Fuente </a:t>
            </a:r>
            <a:r>
              <a:rPr lang="en-US" dirty="0" err="1"/>
              <a:t>dependiente</a:t>
            </a:r>
            <a:r>
              <a:rPr lang="en-US" dirty="0"/>
              <a:t> del </a:t>
            </a:r>
            <a:r>
              <a:rPr lang="en-US" dirty="0" err="1"/>
              <a:t>estado</a:t>
            </a:r>
            <a:r>
              <a:rPr lang="en-US" dirty="0"/>
              <a:t> de carga. </a:t>
            </a:r>
            <a:r>
              <a:rPr lang="en-US" dirty="0" err="1"/>
              <a:t>Además</a:t>
            </a:r>
            <a:r>
              <a:rPr lang="en-US" dirty="0"/>
              <a:t> se hace </a:t>
            </a:r>
            <a:r>
              <a:rPr lang="en-US" dirty="0" err="1"/>
              <a:t>uso</a:t>
            </a:r>
            <a:r>
              <a:rPr lang="en-US" dirty="0"/>
              <a:t> de la Corriente de diffusion, </a:t>
            </a:r>
            <a:r>
              <a:rPr lang="en-US" dirty="0" err="1"/>
              <a:t>que</a:t>
            </a:r>
            <a:r>
              <a:rPr lang="en-US" dirty="0"/>
              <a:t> sirve </a:t>
            </a:r>
            <a:r>
              <a:rPr lang="en-US" dirty="0" err="1"/>
              <a:t>como</a:t>
            </a:r>
            <a:r>
              <a:rPr lang="en-US" dirty="0"/>
              <a:t> variable auxiliar para el </a:t>
            </a:r>
            <a:r>
              <a:rPr lang="en-US" dirty="0" err="1"/>
              <a:t>calculo</a:t>
            </a:r>
            <a:r>
              <a:rPr lang="en-US" dirty="0"/>
              <a:t> de </a:t>
            </a:r>
            <a:r>
              <a:rPr lang="en-US" dirty="0" err="1"/>
              <a:t>los</a:t>
            </a:r>
            <a:r>
              <a:rPr lang="en-US" dirty="0"/>
              <a:t> </a:t>
            </a:r>
            <a:r>
              <a:rPr lang="en-US" dirty="0" err="1"/>
              <a:t>otros</a:t>
            </a:r>
            <a:r>
              <a:rPr lang="en-US" dirty="0"/>
              <a:t> </a:t>
            </a:r>
            <a:r>
              <a:rPr lang="en-US" dirty="0" err="1"/>
              <a:t>elementos</a:t>
            </a:r>
            <a:r>
              <a:rPr lang="en-US" dirty="0"/>
              <a:t>.</a:t>
            </a:r>
          </a:p>
          <a:p>
            <a:r>
              <a:rPr lang="en-US" dirty="0"/>
              <a:t>-Mas Adelante se </a:t>
            </a:r>
            <a:r>
              <a:rPr lang="en-US" dirty="0" err="1"/>
              <a:t>estimarán</a:t>
            </a:r>
            <a:r>
              <a:rPr lang="en-US" dirty="0"/>
              <a:t> </a:t>
            </a:r>
            <a:r>
              <a:rPr lang="en-US" dirty="0" err="1"/>
              <a:t>los</a:t>
            </a:r>
            <a:r>
              <a:rPr lang="en-US" dirty="0"/>
              <a:t> parámetros </a:t>
            </a:r>
            <a:r>
              <a:rPr lang="en-US" dirty="0" err="1"/>
              <a:t>internos</a:t>
            </a:r>
            <a:r>
              <a:rPr lang="en-US" dirty="0"/>
              <a:t>.</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7</a:t>
            </a:fld>
            <a:endParaRPr lang="es-CL"/>
          </a:p>
        </p:txBody>
      </p:sp>
    </p:spTree>
    <p:extLst>
      <p:ext uri="{BB962C8B-B14F-4D97-AF65-F5344CB8AC3E}">
        <p14:creationId xmlns:p14="http://schemas.microsoft.com/office/powerpoint/2010/main" val="747330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-Hay </a:t>
            </a:r>
            <a:r>
              <a:rPr lang="en-US" dirty="0" err="1"/>
              <a:t>numerosas</a:t>
            </a:r>
            <a:r>
              <a:rPr lang="en-US" dirty="0"/>
              <a:t> formas de </a:t>
            </a:r>
            <a:r>
              <a:rPr lang="en-US" dirty="0" err="1"/>
              <a:t>convertir</a:t>
            </a:r>
            <a:r>
              <a:rPr lang="en-US" dirty="0"/>
              <a:t> </a:t>
            </a:r>
            <a:r>
              <a:rPr lang="en-US" dirty="0" err="1"/>
              <a:t>energía</a:t>
            </a:r>
            <a:r>
              <a:rPr lang="en-US" dirty="0"/>
              <a:t> DC-DC. </a:t>
            </a:r>
            <a:r>
              <a:rPr lang="en-US" dirty="0" err="1"/>
              <a:t>Debido</a:t>
            </a:r>
            <a:r>
              <a:rPr lang="en-US" dirty="0"/>
              <a:t> a las </a:t>
            </a:r>
            <a:r>
              <a:rPr lang="en-US" dirty="0" err="1"/>
              <a:t>tensiones</a:t>
            </a:r>
            <a:r>
              <a:rPr lang="en-US" dirty="0"/>
              <a:t> a utilizar y la </a:t>
            </a:r>
            <a:r>
              <a:rPr lang="en-US" dirty="0" err="1"/>
              <a:t>potencia</a:t>
            </a:r>
            <a:r>
              <a:rPr lang="en-US" dirty="0"/>
              <a:t> requerida </a:t>
            </a:r>
            <a:r>
              <a:rPr lang="en-US" dirty="0" err="1"/>
              <a:t>en</a:t>
            </a:r>
            <a:r>
              <a:rPr lang="en-US" dirty="0"/>
              <a:t> </a:t>
            </a:r>
            <a:r>
              <a:rPr lang="en-US" dirty="0" err="1"/>
              <a:t>cada</a:t>
            </a:r>
            <a:r>
              <a:rPr lang="en-US" dirty="0"/>
              <a:t> </a:t>
            </a:r>
            <a:r>
              <a:rPr lang="en-US" dirty="0" err="1"/>
              <a:t>línea</a:t>
            </a:r>
            <a:r>
              <a:rPr lang="en-US" dirty="0"/>
              <a:t> se </a:t>
            </a:r>
            <a:r>
              <a:rPr lang="en-US" dirty="0" err="1"/>
              <a:t>utiliza</a:t>
            </a:r>
            <a:r>
              <a:rPr lang="en-US" dirty="0"/>
              <a:t> un:</a:t>
            </a:r>
            <a:br>
              <a:rPr lang="en-US" dirty="0"/>
            </a:br>
            <a:r>
              <a:rPr lang="en-US" dirty="0"/>
              <a:t>-</a:t>
            </a:r>
            <a:r>
              <a:rPr lang="en-US" dirty="0" err="1"/>
              <a:t>Regulador</a:t>
            </a:r>
            <a:r>
              <a:rPr lang="en-US" dirty="0"/>
              <a:t> lineal para </a:t>
            </a:r>
            <a:r>
              <a:rPr lang="en-US" dirty="0" err="1"/>
              <a:t>convertir</a:t>
            </a:r>
            <a:r>
              <a:rPr lang="en-US" dirty="0"/>
              <a:t> 3v3 desde 5v. </a:t>
            </a:r>
            <a:r>
              <a:rPr lang="en-US" dirty="0" err="1"/>
              <a:t>Encapsulado</a:t>
            </a:r>
            <a:r>
              <a:rPr lang="en-US" dirty="0"/>
              <a:t> </a:t>
            </a:r>
            <a:r>
              <a:rPr lang="en-US" dirty="0" err="1"/>
              <a:t>suele</a:t>
            </a:r>
            <a:r>
              <a:rPr lang="en-US" dirty="0"/>
              <a:t> </a:t>
            </a:r>
            <a:r>
              <a:rPr lang="en-US" dirty="0" err="1"/>
              <a:t>tener</a:t>
            </a:r>
            <a:r>
              <a:rPr lang="en-US" dirty="0"/>
              <a:t> </a:t>
            </a:r>
            <a:r>
              <a:rPr lang="en-US" dirty="0" err="1"/>
              <a:t>una</a:t>
            </a:r>
            <a:r>
              <a:rPr lang="en-US" dirty="0"/>
              <a:t> </a:t>
            </a:r>
            <a:r>
              <a:rPr lang="en-US" dirty="0" err="1"/>
              <a:t>referencia</a:t>
            </a:r>
            <a:r>
              <a:rPr lang="en-US" dirty="0"/>
              <a:t> </a:t>
            </a:r>
            <a:r>
              <a:rPr lang="en-US" dirty="0" err="1"/>
              <a:t>que</a:t>
            </a:r>
            <a:r>
              <a:rPr lang="en-US" dirty="0"/>
              <a:t> con ayuda de un </a:t>
            </a:r>
            <a:r>
              <a:rPr lang="en-US" dirty="0" err="1"/>
              <a:t>amplificador</a:t>
            </a:r>
            <a:r>
              <a:rPr lang="en-US" dirty="0"/>
              <a:t> </a:t>
            </a:r>
            <a:r>
              <a:rPr lang="en-US" dirty="0" err="1"/>
              <a:t>operacional</a:t>
            </a:r>
            <a:r>
              <a:rPr lang="en-US" dirty="0"/>
              <a:t> </a:t>
            </a:r>
            <a:r>
              <a:rPr lang="en-US" dirty="0" err="1"/>
              <a:t>maneja</a:t>
            </a:r>
            <a:r>
              <a:rPr lang="en-US" dirty="0"/>
              <a:t> un transistor FET </a:t>
            </a:r>
            <a:r>
              <a:rPr lang="en-US" dirty="0" err="1"/>
              <a:t>en</a:t>
            </a:r>
            <a:r>
              <a:rPr lang="en-US" dirty="0"/>
              <a:t> </a:t>
            </a:r>
            <a:r>
              <a:rPr lang="en-US" dirty="0" err="1"/>
              <a:t>su</a:t>
            </a:r>
            <a:r>
              <a:rPr lang="en-US" dirty="0"/>
              <a:t> zona lineal. </a:t>
            </a:r>
          </a:p>
          <a:p>
            <a:r>
              <a:rPr lang="en-US" dirty="0"/>
              <a:t>-Muy </a:t>
            </a:r>
            <a:r>
              <a:rPr lang="en-US" dirty="0" err="1"/>
              <a:t>práctico</a:t>
            </a:r>
            <a:r>
              <a:rPr lang="en-US" dirty="0"/>
              <a:t> </a:t>
            </a:r>
            <a:r>
              <a:rPr lang="en-US" dirty="0" err="1"/>
              <a:t>por</a:t>
            </a:r>
            <a:r>
              <a:rPr lang="en-US" dirty="0"/>
              <a:t> </a:t>
            </a:r>
            <a:r>
              <a:rPr lang="en-US" dirty="0" err="1"/>
              <a:t>su</a:t>
            </a:r>
            <a:r>
              <a:rPr lang="en-US" dirty="0"/>
              <a:t> </a:t>
            </a:r>
            <a:r>
              <a:rPr lang="en-US" dirty="0" err="1"/>
              <a:t>simplicidad</a:t>
            </a:r>
            <a:r>
              <a:rPr lang="en-US" dirty="0"/>
              <a:t>, </a:t>
            </a:r>
            <a:r>
              <a:rPr lang="en-US" dirty="0" err="1"/>
              <a:t>pero</a:t>
            </a:r>
            <a:r>
              <a:rPr lang="en-US" dirty="0"/>
              <a:t> de muy bajo </a:t>
            </a:r>
            <a:r>
              <a:rPr lang="en-US" dirty="0" err="1"/>
              <a:t>rendimiento</a:t>
            </a:r>
            <a:r>
              <a:rPr lang="en-US" dirty="0"/>
              <a:t>. Por la </a:t>
            </a:r>
            <a:r>
              <a:rPr lang="en-US" dirty="0" err="1"/>
              <a:t>energía</a:t>
            </a:r>
            <a:r>
              <a:rPr lang="en-US" dirty="0"/>
              <a:t> </a:t>
            </a:r>
            <a:r>
              <a:rPr lang="en-US" dirty="0" err="1"/>
              <a:t>que</a:t>
            </a:r>
            <a:r>
              <a:rPr lang="en-US" dirty="0"/>
              <a:t> </a:t>
            </a:r>
            <a:r>
              <a:rPr lang="en-US" dirty="0" err="1"/>
              <a:t>maneja</a:t>
            </a:r>
            <a:r>
              <a:rPr lang="en-US" dirty="0"/>
              <a:t>, no es tan </a:t>
            </a:r>
            <a:r>
              <a:rPr lang="en-US" dirty="0" err="1"/>
              <a:t>importante</a:t>
            </a:r>
            <a:r>
              <a:rPr lang="en-US" dirty="0"/>
              <a:t>.</a:t>
            </a:r>
          </a:p>
          <a:p>
            <a:r>
              <a:rPr lang="en-US" dirty="0"/>
              <a:t>-</a:t>
            </a:r>
            <a:r>
              <a:rPr lang="en-US" dirty="0" err="1"/>
              <a:t>Regulador</a:t>
            </a:r>
            <a:r>
              <a:rPr lang="en-US" dirty="0"/>
              <a:t> buck </a:t>
            </a:r>
            <a:r>
              <a:rPr lang="en-US" dirty="0" err="1"/>
              <a:t>conmutado</a:t>
            </a:r>
            <a:r>
              <a:rPr lang="en-US" dirty="0"/>
              <a:t> para </a:t>
            </a:r>
            <a:r>
              <a:rPr lang="en-US" dirty="0" err="1"/>
              <a:t>disminuir</a:t>
            </a:r>
            <a:r>
              <a:rPr lang="en-US" dirty="0"/>
              <a:t> la tensión desde el bus de </a:t>
            </a:r>
            <a:r>
              <a:rPr lang="en-US" dirty="0" err="1"/>
              <a:t>batería</a:t>
            </a:r>
            <a:r>
              <a:rPr lang="en-US" dirty="0"/>
              <a:t> a </a:t>
            </a:r>
            <a:r>
              <a:rPr lang="en-US" dirty="0" err="1"/>
              <a:t>los</a:t>
            </a:r>
            <a:r>
              <a:rPr lang="en-US" dirty="0"/>
              <a:t> 5v. </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8</a:t>
            </a:fld>
            <a:endParaRPr lang="es-CL"/>
          </a:p>
        </p:txBody>
      </p:sp>
    </p:spTree>
    <p:extLst>
      <p:ext uri="{BB962C8B-B14F-4D97-AF65-F5344CB8AC3E}">
        <p14:creationId xmlns:p14="http://schemas.microsoft.com/office/powerpoint/2010/main" val="1573723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pPr defTabSz="931717">
              <a:defRPr/>
            </a:pPr>
            <a:r>
              <a:rPr lang="en-US" dirty="0"/>
              <a:t>PPT:</a:t>
            </a:r>
          </a:p>
          <a:p>
            <a:pPr defTabSz="931717">
              <a:defRPr/>
            </a:pPr>
            <a:r>
              <a:rPr lang="en-US" dirty="0"/>
              <a:t>-Se </a:t>
            </a:r>
            <a:r>
              <a:rPr lang="en-US" dirty="0" err="1"/>
              <a:t>elige</a:t>
            </a:r>
            <a:r>
              <a:rPr lang="en-US" dirty="0"/>
              <a:t> el </a:t>
            </a:r>
            <a:r>
              <a:rPr lang="en-US" dirty="0" err="1"/>
              <a:t>regulador</a:t>
            </a:r>
            <a:r>
              <a:rPr lang="en-US" dirty="0"/>
              <a:t> lineal TLV757P de Texas Instruments, </a:t>
            </a:r>
            <a:r>
              <a:rPr lang="en-US" dirty="0" err="1"/>
              <a:t>debido</a:t>
            </a:r>
            <a:r>
              <a:rPr lang="en-US" dirty="0"/>
              <a:t> a </a:t>
            </a:r>
            <a:r>
              <a:rPr lang="en-US" dirty="0" err="1"/>
              <a:t>su</a:t>
            </a:r>
            <a:r>
              <a:rPr lang="en-US" dirty="0"/>
              <a:t> </a:t>
            </a:r>
            <a:r>
              <a:rPr lang="en-US" dirty="0" err="1"/>
              <a:t>simplicidad</a:t>
            </a:r>
            <a:r>
              <a:rPr lang="en-US" dirty="0"/>
              <a:t> de </a:t>
            </a:r>
            <a:r>
              <a:rPr lang="en-US" dirty="0" err="1"/>
              <a:t>implementacion</a:t>
            </a:r>
            <a:r>
              <a:rPr lang="en-US" dirty="0"/>
              <a:t>, se puede </a:t>
            </a:r>
            <a:r>
              <a:rPr lang="en-US" dirty="0" err="1"/>
              <a:t>habilitar</a:t>
            </a:r>
            <a:r>
              <a:rPr lang="en-US" dirty="0"/>
              <a:t> </a:t>
            </a:r>
            <a:r>
              <a:rPr lang="en-US" dirty="0" err="1"/>
              <a:t>digitalmente</a:t>
            </a:r>
            <a:r>
              <a:rPr lang="en-US" dirty="0"/>
              <a:t> y bajo </a:t>
            </a:r>
            <a:r>
              <a:rPr lang="en-US" dirty="0" err="1"/>
              <a:t>costo</a:t>
            </a:r>
            <a:br>
              <a:rPr lang="en-US" dirty="0"/>
            </a:br>
            <a:r>
              <a:rPr lang="en-US" dirty="0"/>
              <a:t>-Se </a:t>
            </a:r>
            <a:r>
              <a:rPr lang="en-US" dirty="0" err="1"/>
              <a:t>elige</a:t>
            </a:r>
            <a:r>
              <a:rPr lang="en-US" dirty="0"/>
              <a:t> el convertidor buck </a:t>
            </a:r>
            <a:r>
              <a:rPr lang="en-US" dirty="0" err="1"/>
              <a:t>conmutado</a:t>
            </a:r>
            <a:r>
              <a:rPr lang="en-US" dirty="0"/>
              <a:t> TPS54531 de Texas Instruments:</a:t>
            </a:r>
          </a:p>
          <a:p>
            <a:pPr defTabSz="931717">
              <a:defRPr/>
            </a:pPr>
            <a:r>
              <a:rPr lang="en-US" dirty="0"/>
              <a:t>	buck </a:t>
            </a:r>
            <a:r>
              <a:rPr lang="en-US" dirty="0" err="1"/>
              <a:t>conmutado</a:t>
            </a:r>
            <a:r>
              <a:rPr lang="en-US" dirty="0"/>
              <a:t> no </a:t>
            </a:r>
            <a:r>
              <a:rPr lang="en-US" dirty="0" err="1"/>
              <a:t>resonante</a:t>
            </a:r>
            <a:r>
              <a:rPr lang="en-US" dirty="0"/>
              <a:t>, </a:t>
            </a:r>
            <a:r>
              <a:rPr lang="en-US" dirty="0" err="1"/>
              <a:t>en</a:t>
            </a:r>
            <a:r>
              <a:rPr lang="en-US" dirty="0"/>
              <a:t> modo control de Corriente peak</a:t>
            </a:r>
            <a:br>
              <a:rPr lang="en-US" dirty="0"/>
            </a:br>
            <a:r>
              <a:rPr lang="en-US" dirty="0"/>
              <a:t>	</a:t>
            </a:r>
            <a:r>
              <a:rPr lang="en-US" dirty="0" err="1"/>
              <a:t>debido</a:t>
            </a:r>
            <a:r>
              <a:rPr lang="en-US" dirty="0"/>
              <a:t> a </a:t>
            </a:r>
            <a:r>
              <a:rPr lang="en-US" dirty="0" err="1"/>
              <a:t>su</a:t>
            </a:r>
            <a:r>
              <a:rPr lang="en-US" dirty="0"/>
              <a:t> </a:t>
            </a:r>
            <a:r>
              <a:rPr lang="en-US" dirty="0" err="1"/>
              <a:t>simplicidad</a:t>
            </a:r>
            <a:r>
              <a:rPr lang="en-US" dirty="0"/>
              <a:t>, </a:t>
            </a:r>
            <a:r>
              <a:rPr lang="en-US" dirty="0" err="1"/>
              <a:t>ya</a:t>
            </a:r>
            <a:r>
              <a:rPr lang="en-US" dirty="0"/>
              <a:t> </a:t>
            </a:r>
            <a:r>
              <a:rPr lang="en-US" dirty="0" err="1"/>
              <a:t>que</a:t>
            </a:r>
            <a:r>
              <a:rPr lang="en-US" dirty="0"/>
              <a:t> integra </a:t>
            </a:r>
            <a:r>
              <a:rPr lang="en-US" dirty="0" err="1"/>
              <a:t>su</a:t>
            </a:r>
            <a:r>
              <a:rPr lang="en-US" dirty="0"/>
              <a:t> transistor principal </a:t>
            </a:r>
            <a:r>
              <a:rPr lang="en-US" dirty="0" err="1"/>
              <a:t>en</a:t>
            </a:r>
            <a:r>
              <a:rPr lang="en-US" dirty="0"/>
              <a:t> el </a:t>
            </a:r>
            <a:r>
              <a:rPr lang="en-US" dirty="0" err="1"/>
              <a:t>encapsulado</a:t>
            </a:r>
            <a:r>
              <a:rPr lang="en-US" dirty="0"/>
              <a:t>,</a:t>
            </a:r>
          </a:p>
          <a:p>
            <a:pPr defTabSz="931717">
              <a:defRPr/>
            </a:pPr>
            <a:r>
              <a:rPr lang="en-US" dirty="0"/>
              <a:t>	</a:t>
            </a:r>
            <a:r>
              <a:rPr lang="en-US" dirty="0" err="1"/>
              <a:t>tiene</a:t>
            </a:r>
            <a:r>
              <a:rPr lang="en-US" dirty="0"/>
              <a:t> </a:t>
            </a:r>
            <a:r>
              <a:rPr lang="en-US" dirty="0" err="1"/>
              <a:t>una</a:t>
            </a:r>
            <a:r>
              <a:rPr lang="en-US" dirty="0"/>
              <a:t> base </a:t>
            </a:r>
            <a:r>
              <a:rPr lang="en-US" dirty="0" err="1"/>
              <a:t>disipador</a:t>
            </a:r>
            <a:r>
              <a:rPr lang="en-US" dirty="0"/>
              <a:t> </a:t>
            </a:r>
            <a:r>
              <a:rPr lang="en-US" dirty="0" err="1"/>
              <a:t>soldable</a:t>
            </a:r>
            <a:r>
              <a:rPr lang="en-US" dirty="0"/>
              <a:t> al PCB,</a:t>
            </a:r>
          </a:p>
          <a:p>
            <a:pPr defTabSz="931717">
              <a:defRPr/>
            </a:pPr>
            <a:r>
              <a:rPr lang="en-US" dirty="0"/>
              <a:t>	y </a:t>
            </a:r>
            <a:r>
              <a:rPr lang="en-US" dirty="0" err="1"/>
              <a:t>por</a:t>
            </a:r>
            <a:r>
              <a:rPr lang="en-US" dirty="0"/>
              <a:t> </a:t>
            </a:r>
            <a:r>
              <a:rPr lang="en-US" dirty="0" err="1"/>
              <a:t>su</a:t>
            </a:r>
            <a:r>
              <a:rPr lang="en-US" dirty="0"/>
              <a:t> </a:t>
            </a:r>
            <a:r>
              <a:rPr lang="en-US" dirty="0" err="1"/>
              <a:t>versatilidad</a:t>
            </a:r>
            <a:r>
              <a:rPr lang="en-US" dirty="0"/>
              <a:t>, </a:t>
            </a:r>
            <a:r>
              <a:rPr lang="en-US" dirty="0" err="1"/>
              <a:t>pues</a:t>
            </a:r>
            <a:r>
              <a:rPr lang="en-US" dirty="0"/>
              <a:t> </a:t>
            </a:r>
            <a:r>
              <a:rPr lang="en-US" dirty="0" err="1"/>
              <a:t>permite</a:t>
            </a:r>
            <a:r>
              <a:rPr lang="en-US" dirty="0"/>
              <a:t> </a:t>
            </a:r>
            <a:r>
              <a:rPr lang="en-US" dirty="0" err="1"/>
              <a:t>modificar</a:t>
            </a:r>
            <a:r>
              <a:rPr lang="en-US" dirty="0"/>
              <a:t> el </a:t>
            </a:r>
            <a:r>
              <a:rPr lang="en-US" dirty="0" err="1"/>
              <a:t>lazo</a:t>
            </a:r>
            <a:r>
              <a:rPr lang="en-US" dirty="0"/>
              <a:t> de </a:t>
            </a:r>
            <a:r>
              <a:rPr lang="en-US" dirty="0" err="1"/>
              <a:t>compensación</a:t>
            </a:r>
            <a:r>
              <a:rPr lang="en-US" dirty="0"/>
              <a:t> </a:t>
            </a:r>
            <a:r>
              <a:rPr lang="en-US" dirty="0" err="1"/>
              <a:t>externamente</a:t>
            </a:r>
            <a:r>
              <a:rPr lang="en-US" dirty="0"/>
              <a:t>.</a:t>
            </a:r>
            <a:endParaRPr lang="es-CL" dirty="0"/>
          </a:p>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9</a:t>
            </a:fld>
            <a:endParaRPr lang="es-CL"/>
          </a:p>
        </p:txBody>
      </p:sp>
    </p:spTree>
    <p:extLst>
      <p:ext uri="{BB962C8B-B14F-4D97-AF65-F5344CB8AC3E}">
        <p14:creationId xmlns:p14="http://schemas.microsoft.com/office/powerpoint/2010/main" val="913205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-Con la ayuda del </a:t>
            </a:r>
            <a:r>
              <a:rPr lang="en-US" dirty="0" err="1"/>
              <a:t>esquema</a:t>
            </a:r>
            <a:r>
              <a:rPr lang="en-US" dirty="0"/>
              <a:t> anterior, se </a:t>
            </a:r>
            <a:r>
              <a:rPr lang="en-US" dirty="0" err="1"/>
              <a:t>realiza</a:t>
            </a:r>
            <a:r>
              <a:rPr lang="en-US" dirty="0"/>
              <a:t> </a:t>
            </a:r>
            <a:r>
              <a:rPr lang="en-US" dirty="0" err="1"/>
              <a:t>una</a:t>
            </a:r>
            <a:r>
              <a:rPr lang="en-US" dirty="0"/>
              <a:t> </a:t>
            </a:r>
            <a:r>
              <a:rPr lang="en-US" dirty="0" err="1"/>
              <a:t>simulación</a:t>
            </a:r>
            <a:r>
              <a:rPr lang="en-US" dirty="0"/>
              <a:t> </a:t>
            </a:r>
            <a:r>
              <a:rPr lang="en-US" dirty="0" err="1"/>
              <a:t>tentativa</a:t>
            </a:r>
            <a:r>
              <a:rPr lang="en-US" dirty="0"/>
              <a:t>, de manera </a:t>
            </a:r>
            <a:r>
              <a:rPr lang="en-US" dirty="0" err="1"/>
              <a:t>que</a:t>
            </a:r>
            <a:r>
              <a:rPr lang="en-US" dirty="0"/>
              <a:t> se pueden </a:t>
            </a:r>
            <a:r>
              <a:rPr lang="en-US" dirty="0" err="1"/>
              <a:t>validar</a:t>
            </a:r>
            <a:r>
              <a:rPr lang="en-US" dirty="0"/>
              <a:t> </a:t>
            </a:r>
            <a:r>
              <a:rPr lang="en-US" dirty="0" err="1"/>
              <a:t>los</a:t>
            </a:r>
            <a:r>
              <a:rPr lang="en-US" dirty="0"/>
              <a:t> componentes del </a:t>
            </a:r>
            <a:r>
              <a:rPr lang="en-US" dirty="0" err="1"/>
              <a:t>lazo</a:t>
            </a:r>
            <a:r>
              <a:rPr lang="en-US" dirty="0"/>
              <a:t> de control </a:t>
            </a:r>
            <a:r>
              <a:rPr lang="en-US" dirty="0" err="1"/>
              <a:t>que</a:t>
            </a:r>
            <a:r>
              <a:rPr lang="en-US" dirty="0"/>
              <a:t> le </a:t>
            </a:r>
            <a:r>
              <a:rPr lang="en-US" dirty="0" err="1"/>
              <a:t>otorguen</a:t>
            </a:r>
            <a:r>
              <a:rPr lang="en-US" dirty="0"/>
              <a:t> mayor </a:t>
            </a:r>
            <a:r>
              <a:rPr lang="en-US" dirty="0" err="1"/>
              <a:t>estabilidad</a:t>
            </a:r>
            <a:r>
              <a:rPr lang="en-US" dirty="0"/>
              <a:t>.</a:t>
            </a:r>
          </a:p>
          <a:p>
            <a:r>
              <a:rPr lang="en-US" dirty="0"/>
              <a:t>-En la imagen se </a:t>
            </a:r>
            <a:r>
              <a:rPr lang="en-US" dirty="0" err="1"/>
              <a:t>muestra</a:t>
            </a:r>
            <a:r>
              <a:rPr lang="en-US" dirty="0"/>
              <a:t> la respuesta </a:t>
            </a:r>
            <a:r>
              <a:rPr lang="en-US" dirty="0" err="1"/>
              <a:t>simulada</a:t>
            </a:r>
            <a:r>
              <a:rPr lang="en-US" dirty="0"/>
              <a:t> del </a:t>
            </a:r>
            <a:r>
              <a:rPr lang="en-US" dirty="0" err="1"/>
              <a:t>sistema</a:t>
            </a:r>
            <a:r>
              <a:rPr lang="en-US" dirty="0"/>
              <a:t> completo, donde se puede </a:t>
            </a:r>
            <a:r>
              <a:rPr lang="en-US" dirty="0" err="1"/>
              <a:t>apreciar</a:t>
            </a:r>
            <a:r>
              <a:rPr lang="en-US" dirty="0"/>
              <a:t> </a:t>
            </a:r>
            <a:r>
              <a:rPr lang="en-US" dirty="0" err="1"/>
              <a:t>una</a:t>
            </a:r>
            <a:r>
              <a:rPr lang="en-US" dirty="0"/>
              <a:t> MG y MF  de …</a:t>
            </a:r>
          </a:p>
          <a:p>
            <a:r>
              <a:rPr lang="en-US" dirty="0"/>
              <a:t>-</a:t>
            </a:r>
            <a:r>
              <a:rPr lang="en-US" dirty="0" err="1"/>
              <a:t>Tentativamente</a:t>
            </a:r>
            <a:r>
              <a:rPr lang="en-US" dirty="0"/>
              <a:t>, el </a:t>
            </a:r>
            <a:r>
              <a:rPr lang="en-US" dirty="0" err="1"/>
              <a:t>sistema</a:t>
            </a:r>
            <a:r>
              <a:rPr lang="en-US" dirty="0"/>
              <a:t> </a:t>
            </a:r>
            <a:r>
              <a:rPr lang="en-US" dirty="0" err="1"/>
              <a:t>debiese</a:t>
            </a:r>
            <a:r>
              <a:rPr lang="en-US" dirty="0"/>
              <a:t> </a:t>
            </a:r>
            <a:r>
              <a:rPr lang="en-US" dirty="0" err="1"/>
              <a:t>tener</a:t>
            </a:r>
            <a:r>
              <a:rPr lang="en-US" dirty="0"/>
              <a:t> </a:t>
            </a:r>
            <a:r>
              <a:rPr lang="en-US" dirty="0" err="1"/>
              <a:t>buena</a:t>
            </a:r>
            <a:r>
              <a:rPr lang="en-US" dirty="0"/>
              <a:t> </a:t>
            </a:r>
            <a:r>
              <a:rPr lang="en-US" dirty="0" err="1"/>
              <a:t>estabilidad</a:t>
            </a:r>
            <a:r>
              <a:rPr lang="en-US" dirty="0"/>
              <a:t>, </a:t>
            </a:r>
            <a:r>
              <a:rPr lang="en-US" dirty="0" err="1"/>
              <a:t>aunque</a:t>
            </a:r>
            <a:r>
              <a:rPr lang="en-US" dirty="0"/>
              <a:t> </a:t>
            </a:r>
            <a:r>
              <a:rPr lang="en-US" dirty="0" err="1"/>
              <a:t>una</a:t>
            </a:r>
            <a:r>
              <a:rPr lang="en-US" dirty="0"/>
              <a:t> respuesta </a:t>
            </a:r>
            <a:r>
              <a:rPr lang="en-US" dirty="0" err="1"/>
              <a:t>posiblemente</a:t>
            </a:r>
            <a:r>
              <a:rPr lang="en-US" dirty="0"/>
              <a:t> lenta.</a:t>
            </a:r>
          </a:p>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10</a:t>
            </a:fld>
            <a:endParaRPr lang="es-CL"/>
          </a:p>
        </p:txBody>
      </p:sp>
    </p:spTree>
    <p:extLst>
      <p:ext uri="{BB962C8B-B14F-4D97-AF65-F5344CB8AC3E}">
        <p14:creationId xmlns:p14="http://schemas.microsoft.com/office/powerpoint/2010/main" val="3475195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-Se </a:t>
            </a:r>
            <a:r>
              <a:rPr lang="en-US" dirty="0" err="1"/>
              <a:t>eligen</a:t>
            </a:r>
            <a:r>
              <a:rPr lang="en-US" dirty="0"/>
              <a:t> el monitor de </a:t>
            </a:r>
            <a:r>
              <a:rPr lang="en-US" dirty="0" err="1"/>
              <a:t>batería</a:t>
            </a:r>
            <a:r>
              <a:rPr lang="en-US" dirty="0"/>
              <a:t> MP2790,  y el </a:t>
            </a:r>
            <a:r>
              <a:rPr lang="en-US" dirty="0" err="1"/>
              <a:t>medidor</a:t>
            </a:r>
            <a:r>
              <a:rPr lang="en-US" dirty="0"/>
              <a:t> de combustible MPF42975 de Monolithic power systems, </a:t>
            </a:r>
            <a:r>
              <a:rPr lang="en-US" dirty="0" err="1"/>
              <a:t>como</a:t>
            </a:r>
            <a:r>
              <a:rPr lang="en-US" dirty="0"/>
              <a:t> </a:t>
            </a:r>
            <a:r>
              <a:rPr lang="en-US" dirty="0" err="1"/>
              <a:t>dispositivos</a:t>
            </a:r>
            <a:r>
              <a:rPr lang="en-US" dirty="0"/>
              <a:t> </a:t>
            </a:r>
            <a:r>
              <a:rPr lang="en-US" dirty="0" err="1"/>
              <a:t>emparejados</a:t>
            </a:r>
            <a:r>
              <a:rPr lang="en-US" dirty="0"/>
              <a:t> para las </a:t>
            </a:r>
            <a:r>
              <a:rPr lang="en-US" dirty="0" err="1"/>
              <a:t>funciones</a:t>
            </a:r>
            <a:r>
              <a:rPr lang="en-US" dirty="0"/>
              <a:t> de BMS.</a:t>
            </a:r>
          </a:p>
          <a:p>
            <a:r>
              <a:rPr lang="en-US" dirty="0"/>
              <a:t>-El monitor de </a:t>
            </a:r>
            <a:r>
              <a:rPr lang="en-US" dirty="0" err="1"/>
              <a:t>batería</a:t>
            </a:r>
            <a:r>
              <a:rPr lang="en-US" dirty="0"/>
              <a:t> es </a:t>
            </a:r>
            <a:r>
              <a:rPr lang="en-US" dirty="0" err="1"/>
              <a:t>elegido</a:t>
            </a:r>
            <a:r>
              <a:rPr lang="en-US" dirty="0"/>
              <a:t> </a:t>
            </a:r>
            <a:r>
              <a:rPr lang="en-US" dirty="0" err="1"/>
              <a:t>por</a:t>
            </a:r>
            <a:r>
              <a:rPr lang="en-US" dirty="0"/>
              <a:t> </a:t>
            </a:r>
            <a:r>
              <a:rPr lang="en-US" dirty="0" err="1"/>
              <a:t>su</a:t>
            </a:r>
            <a:r>
              <a:rPr lang="en-US" dirty="0"/>
              <a:t> gran numero de </a:t>
            </a:r>
            <a:r>
              <a:rPr lang="en-US" dirty="0" err="1"/>
              <a:t>funciones</a:t>
            </a:r>
            <a:r>
              <a:rPr lang="en-US" dirty="0"/>
              <a:t> de protección, driver de </a:t>
            </a:r>
            <a:r>
              <a:rPr lang="en-US" dirty="0" err="1"/>
              <a:t>conmutación</a:t>
            </a:r>
            <a:r>
              <a:rPr lang="en-US" dirty="0"/>
              <a:t> MOS integrado y </a:t>
            </a:r>
            <a:r>
              <a:rPr lang="en-US" dirty="0" err="1"/>
              <a:t>balanceo</a:t>
            </a:r>
            <a:r>
              <a:rPr lang="en-US" dirty="0"/>
              <a:t> de carga. </a:t>
            </a:r>
          </a:p>
          <a:p>
            <a:r>
              <a:rPr lang="en-US" dirty="0"/>
              <a:t>-Como ambos </a:t>
            </a:r>
            <a:r>
              <a:rPr lang="en-US" dirty="0" err="1"/>
              <a:t>dispositivos</a:t>
            </a:r>
            <a:r>
              <a:rPr lang="en-US" dirty="0"/>
              <a:t> no </a:t>
            </a:r>
            <a:r>
              <a:rPr lang="en-US" dirty="0" err="1"/>
              <a:t>cuentan</a:t>
            </a:r>
            <a:r>
              <a:rPr lang="en-US" dirty="0"/>
              <a:t> con </a:t>
            </a:r>
            <a:r>
              <a:rPr lang="en-US" dirty="0" err="1"/>
              <a:t>una</a:t>
            </a:r>
            <a:r>
              <a:rPr lang="en-US" dirty="0"/>
              <a:t> </a:t>
            </a:r>
            <a:r>
              <a:rPr lang="en-US" dirty="0" err="1"/>
              <a:t>librería</a:t>
            </a:r>
            <a:r>
              <a:rPr lang="en-US" dirty="0"/>
              <a:t> para la </a:t>
            </a:r>
            <a:r>
              <a:rPr lang="en-US" dirty="0" err="1"/>
              <a:t>programación</a:t>
            </a:r>
            <a:r>
              <a:rPr lang="en-US" dirty="0"/>
              <a:t> de sus </a:t>
            </a:r>
            <a:r>
              <a:rPr lang="en-US" dirty="0" err="1"/>
              <a:t>funciones</a:t>
            </a:r>
            <a:r>
              <a:rPr lang="en-US" dirty="0"/>
              <a:t>, habrá </a:t>
            </a:r>
            <a:r>
              <a:rPr lang="en-US" dirty="0" err="1"/>
              <a:t>que</a:t>
            </a:r>
            <a:r>
              <a:rPr lang="en-US" dirty="0"/>
              <a:t> </a:t>
            </a:r>
            <a:r>
              <a:rPr lang="en-US" dirty="0" err="1"/>
              <a:t>desarrollar</a:t>
            </a:r>
            <a:r>
              <a:rPr lang="en-US" dirty="0"/>
              <a:t> </a:t>
            </a:r>
            <a:r>
              <a:rPr lang="en-US" dirty="0" err="1"/>
              <a:t>una</a:t>
            </a:r>
            <a:r>
              <a:rPr lang="en-US" dirty="0"/>
              <a:t> </a:t>
            </a:r>
            <a:r>
              <a:rPr lang="en-US" dirty="0" err="1"/>
              <a:t>que</a:t>
            </a:r>
            <a:r>
              <a:rPr lang="en-US" dirty="0"/>
              <a:t> </a:t>
            </a:r>
            <a:r>
              <a:rPr lang="en-US" dirty="0" err="1"/>
              <a:t>pueda</a:t>
            </a:r>
            <a:r>
              <a:rPr lang="en-US" dirty="0"/>
              <a:t> hacer de </a:t>
            </a:r>
            <a:r>
              <a:rPr lang="en-US" dirty="0" err="1"/>
              <a:t>intermediario</a:t>
            </a:r>
            <a:r>
              <a:rPr lang="en-US" dirty="0"/>
              <a:t> para la </a:t>
            </a:r>
            <a:r>
              <a:rPr lang="en-US" dirty="0" err="1"/>
              <a:t>escritura</a:t>
            </a:r>
            <a:r>
              <a:rPr lang="en-US" dirty="0"/>
              <a:t> y </a:t>
            </a:r>
            <a:r>
              <a:rPr lang="en-US" dirty="0" err="1"/>
              <a:t>lectura</a:t>
            </a:r>
            <a:r>
              <a:rPr lang="en-US" dirty="0"/>
              <a:t> de sus </a:t>
            </a:r>
            <a:r>
              <a:rPr lang="en-US" dirty="0" err="1"/>
              <a:t>registros</a:t>
            </a:r>
            <a:r>
              <a:rPr lang="en-US" dirty="0"/>
              <a:t> de memoria.</a:t>
            </a:r>
          </a:p>
          <a:p>
            <a:r>
              <a:rPr lang="es-CL" dirty="0"/>
              <a:t>-En la figura vemos como el microcontrolador Teensy al centro, se encarga de gestionar la transacción de datos entre ambos dispositivos, así como algunos de los componentes auxiliares que se deben considerar, como la llave de paso MOSFET en la parte alta y la resistencia shunt en la parte baja del circuito.</a:t>
            </a:r>
          </a:p>
        </p:txBody>
      </p:sp>
      <p:sp>
        <p:nvSpPr>
          <p:cNvPr id="4" name="Slide Number Placeholder 3"/>
          <p:cNvSpPr>
            <a:spLocks noGrp="1"/>
          </p:cNvSpPr>
          <p:nvPr>
            <p:ph type="sldNum" sz="quarter" idx="5"/>
          </p:nvPr>
        </p:nvSpPr>
        <p:spPr/>
        <p:txBody>
          <a:bodyPr/>
          <a:lstStyle/>
          <a:p>
            <a:fld id="{8C0B9996-D9CA-462D-97C3-C7724DF66AF1}" type="slidenum">
              <a:rPr lang="es-CL" smtClean="0"/>
              <a:t>11</a:t>
            </a:fld>
            <a:endParaRPr lang="es-CL"/>
          </a:p>
        </p:txBody>
      </p:sp>
    </p:spTree>
    <p:extLst>
      <p:ext uri="{BB962C8B-B14F-4D97-AF65-F5344CB8AC3E}">
        <p14:creationId xmlns:p14="http://schemas.microsoft.com/office/powerpoint/2010/main" val="1456500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-La </a:t>
            </a:r>
            <a:r>
              <a:rPr lang="en-US" dirty="0" err="1"/>
              <a:t>comunicación</a:t>
            </a:r>
            <a:r>
              <a:rPr lang="en-US" dirty="0"/>
              <a:t> entre </a:t>
            </a:r>
            <a:r>
              <a:rPr lang="en-US" dirty="0" err="1"/>
              <a:t>los</a:t>
            </a:r>
            <a:r>
              <a:rPr lang="en-US" dirty="0"/>
              <a:t> </a:t>
            </a:r>
            <a:r>
              <a:rPr lang="en-US" dirty="0" err="1"/>
              <a:t>dispositivos</a:t>
            </a:r>
            <a:r>
              <a:rPr lang="en-US" dirty="0"/>
              <a:t> a utilizar será </a:t>
            </a:r>
            <a:r>
              <a:rPr lang="en-US" dirty="0" err="1"/>
              <a:t>por</a:t>
            </a:r>
            <a:r>
              <a:rPr lang="en-US" dirty="0"/>
              <a:t> medio del </a:t>
            </a:r>
            <a:r>
              <a:rPr lang="en-US" dirty="0" err="1"/>
              <a:t>protocolo</a:t>
            </a:r>
            <a:r>
              <a:rPr lang="en-US" dirty="0"/>
              <a:t> I2C. -Este </a:t>
            </a:r>
            <a:r>
              <a:rPr lang="en-US" dirty="0" err="1"/>
              <a:t>permite</a:t>
            </a:r>
            <a:r>
              <a:rPr lang="en-US" dirty="0"/>
              <a:t> la </a:t>
            </a:r>
            <a:r>
              <a:rPr lang="en-US" dirty="0" err="1"/>
              <a:t>transmisión</a:t>
            </a:r>
            <a:r>
              <a:rPr lang="en-US" dirty="0"/>
              <a:t> de </a:t>
            </a:r>
            <a:r>
              <a:rPr lang="en-US" dirty="0" err="1"/>
              <a:t>datos</a:t>
            </a:r>
            <a:r>
              <a:rPr lang="en-US" dirty="0"/>
              <a:t> para </a:t>
            </a:r>
            <a:r>
              <a:rPr lang="en-US" dirty="0" err="1"/>
              <a:t>mútilples</a:t>
            </a:r>
            <a:r>
              <a:rPr lang="en-US" dirty="0"/>
              <a:t> </a:t>
            </a:r>
            <a:r>
              <a:rPr lang="en-US" dirty="0" err="1"/>
              <a:t>dispositivos</a:t>
            </a:r>
            <a:r>
              <a:rPr lang="en-US" dirty="0"/>
              <a:t> </a:t>
            </a:r>
            <a:r>
              <a:rPr lang="en-US" dirty="0" err="1"/>
              <a:t>esclavos</a:t>
            </a:r>
            <a:r>
              <a:rPr lang="en-US" dirty="0"/>
              <a:t> </a:t>
            </a:r>
            <a:r>
              <a:rPr lang="en-US" dirty="0" err="1"/>
              <a:t>en</a:t>
            </a:r>
            <a:r>
              <a:rPr lang="en-US" dirty="0"/>
              <a:t> </a:t>
            </a:r>
            <a:r>
              <a:rPr lang="en-US" dirty="0" err="1"/>
              <a:t>paralelo</a:t>
            </a:r>
            <a:r>
              <a:rPr lang="en-US" dirty="0"/>
              <a:t>. </a:t>
            </a:r>
          </a:p>
          <a:p>
            <a:r>
              <a:rPr lang="en-US" dirty="0"/>
              <a:t>Esto se </a:t>
            </a:r>
            <a:r>
              <a:rPr lang="en-US" dirty="0" err="1"/>
              <a:t>consigue</a:t>
            </a:r>
            <a:r>
              <a:rPr lang="en-US" dirty="0"/>
              <a:t> con la configuración de </a:t>
            </a:r>
            <a:r>
              <a:rPr lang="en-US" dirty="0" err="1"/>
              <a:t>drenaje</a:t>
            </a:r>
            <a:r>
              <a:rPr lang="en-US" dirty="0"/>
              <a:t> Abierto, minima </a:t>
            </a:r>
            <a:r>
              <a:rPr lang="en-US" dirty="0" err="1"/>
              <a:t>energía</a:t>
            </a:r>
            <a:r>
              <a:rPr lang="en-US" dirty="0"/>
              <a:t>, uno a la vez</a:t>
            </a:r>
          </a:p>
          <a:p>
            <a:r>
              <a:rPr lang="en-US" dirty="0"/>
              <a:t>-Se </a:t>
            </a:r>
            <a:r>
              <a:rPr lang="en-US" dirty="0" err="1"/>
              <a:t>caracteriza</a:t>
            </a:r>
            <a:r>
              <a:rPr lang="en-US" dirty="0"/>
              <a:t> </a:t>
            </a:r>
            <a:r>
              <a:rPr lang="en-US" dirty="0" err="1"/>
              <a:t>por</a:t>
            </a:r>
            <a:r>
              <a:rPr lang="en-US" dirty="0"/>
              <a:t>  2 </a:t>
            </a:r>
            <a:r>
              <a:rPr lang="en-US" dirty="0" err="1"/>
              <a:t>líneas</a:t>
            </a:r>
            <a:r>
              <a:rPr lang="en-US" dirty="0"/>
              <a:t>, donde </a:t>
            </a:r>
            <a:r>
              <a:rPr lang="en-US" dirty="0" err="1"/>
              <a:t>una</a:t>
            </a:r>
            <a:r>
              <a:rPr lang="en-US" dirty="0"/>
              <a:t> </a:t>
            </a:r>
            <a:r>
              <a:rPr lang="en-US" dirty="0" err="1"/>
              <a:t>marca</a:t>
            </a:r>
            <a:r>
              <a:rPr lang="en-US" dirty="0"/>
              <a:t> frecuencia de </a:t>
            </a:r>
            <a:r>
              <a:rPr lang="en-US" dirty="0" err="1"/>
              <a:t>actualización</a:t>
            </a:r>
            <a:r>
              <a:rPr lang="en-US" dirty="0"/>
              <a:t> (SCL) y la otra porta </a:t>
            </a:r>
            <a:r>
              <a:rPr lang="en-US" dirty="0" err="1"/>
              <a:t>los</a:t>
            </a:r>
            <a:r>
              <a:rPr lang="en-US" dirty="0"/>
              <a:t> </a:t>
            </a:r>
            <a:r>
              <a:rPr lang="en-US" dirty="0" err="1"/>
              <a:t>datos</a:t>
            </a:r>
            <a:r>
              <a:rPr lang="en-US" dirty="0"/>
              <a:t> a </a:t>
            </a:r>
            <a:r>
              <a:rPr lang="en-US" dirty="0" err="1"/>
              <a:t>transmitir</a:t>
            </a:r>
            <a:r>
              <a:rPr lang="en-US" dirty="0"/>
              <a:t> (SDA) entre </a:t>
            </a:r>
            <a:r>
              <a:rPr lang="en-US" dirty="0" err="1"/>
              <a:t>cada</a:t>
            </a:r>
            <a:r>
              <a:rPr lang="en-US" dirty="0"/>
              <a:t> </a:t>
            </a:r>
            <a:r>
              <a:rPr lang="en-US" dirty="0" err="1"/>
              <a:t>pulso</a:t>
            </a:r>
            <a:r>
              <a:rPr lang="en-US" dirty="0"/>
              <a:t> de SCL </a:t>
            </a:r>
            <a:r>
              <a:rPr lang="en-US" dirty="0" err="1"/>
              <a:t>como</a:t>
            </a:r>
            <a:r>
              <a:rPr lang="en-US" dirty="0"/>
              <a:t> </a:t>
            </a:r>
            <a:r>
              <a:rPr lang="en-US" dirty="0" err="1"/>
              <a:t>nivel</a:t>
            </a:r>
            <a:r>
              <a:rPr lang="en-US" dirty="0"/>
              <a:t> </a:t>
            </a:r>
            <a:r>
              <a:rPr lang="en-US" dirty="0" err="1"/>
              <a:t>lógico</a:t>
            </a:r>
            <a:r>
              <a:rPr lang="en-US" dirty="0"/>
              <a:t> de 3.3[V] </a:t>
            </a:r>
            <a:r>
              <a:rPr lang="en-US" dirty="0" err="1"/>
              <a:t>en</a:t>
            </a:r>
            <a:r>
              <a:rPr lang="en-US" dirty="0"/>
              <a:t> </a:t>
            </a:r>
            <a:r>
              <a:rPr lang="en-US" dirty="0" err="1"/>
              <a:t>este</a:t>
            </a:r>
            <a:r>
              <a:rPr lang="en-US" dirty="0"/>
              <a:t> </a:t>
            </a:r>
            <a:r>
              <a:rPr lang="en-US" dirty="0" err="1"/>
              <a:t>caso</a:t>
            </a:r>
            <a:r>
              <a:rPr lang="en-US" dirty="0"/>
              <a:t>.</a:t>
            </a:r>
          </a:p>
          <a:p>
            <a:r>
              <a:rPr lang="en-US" dirty="0"/>
              <a:t>-Una </a:t>
            </a:r>
            <a:r>
              <a:rPr lang="en-US" dirty="0" err="1"/>
              <a:t>transacción</a:t>
            </a:r>
            <a:r>
              <a:rPr lang="en-US" dirty="0"/>
              <a:t> de I2C se </a:t>
            </a:r>
            <a:r>
              <a:rPr lang="en-US" dirty="0" err="1"/>
              <a:t>caracteriza</a:t>
            </a:r>
            <a:r>
              <a:rPr lang="en-US" dirty="0"/>
              <a:t> </a:t>
            </a:r>
            <a:r>
              <a:rPr lang="en-US" dirty="0" err="1"/>
              <a:t>por</a:t>
            </a:r>
            <a:r>
              <a:rPr lang="en-US" dirty="0"/>
              <a:t> </a:t>
            </a:r>
            <a:r>
              <a:rPr lang="en-US" dirty="0" err="1"/>
              <a:t>una</a:t>
            </a:r>
            <a:r>
              <a:rPr lang="en-US" dirty="0"/>
              <a:t> </a:t>
            </a:r>
            <a:r>
              <a:rPr lang="en-US" dirty="0" err="1"/>
              <a:t>secuencia</a:t>
            </a:r>
            <a:r>
              <a:rPr lang="en-US" dirty="0"/>
              <a:t> de </a:t>
            </a:r>
            <a:r>
              <a:rPr lang="en-US" dirty="0" err="1"/>
              <a:t>datos</a:t>
            </a:r>
            <a:r>
              <a:rPr lang="en-US" dirty="0"/>
              <a:t> </a:t>
            </a:r>
            <a:r>
              <a:rPr lang="en-US" dirty="0" err="1"/>
              <a:t>como</a:t>
            </a:r>
            <a:r>
              <a:rPr lang="en-US" dirty="0"/>
              <a:t> la </a:t>
            </a:r>
            <a:r>
              <a:rPr lang="en-US" dirty="0" err="1"/>
              <a:t>mostrada</a:t>
            </a:r>
            <a:r>
              <a:rPr lang="en-US" dirty="0"/>
              <a:t>, donde se </a:t>
            </a:r>
            <a:r>
              <a:rPr lang="en-US" dirty="0" err="1"/>
              <a:t>aprecia</a:t>
            </a:r>
            <a:r>
              <a:rPr lang="en-US" dirty="0"/>
              <a:t>:  (partes)</a:t>
            </a:r>
          </a:p>
          <a:p>
            <a:r>
              <a:rPr lang="en-US" dirty="0"/>
              <a:t>-Los 2 </a:t>
            </a:r>
            <a:r>
              <a:rPr lang="en-US" dirty="0" err="1"/>
              <a:t>integrados</a:t>
            </a:r>
            <a:r>
              <a:rPr lang="en-US" dirty="0"/>
              <a:t> del BMS </a:t>
            </a:r>
            <a:r>
              <a:rPr lang="en-US" dirty="0" err="1"/>
              <a:t>si</a:t>
            </a:r>
            <a:r>
              <a:rPr lang="en-US" dirty="0"/>
              <a:t> bien </a:t>
            </a:r>
            <a:r>
              <a:rPr lang="en-US" dirty="0" err="1"/>
              <a:t>comparten</a:t>
            </a:r>
            <a:r>
              <a:rPr lang="en-US" dirty="0"/>
              <a:t> el protocol, </a:t>
            </a:r>
            <a:r>
              <a:rPr lang="en-US" dirty="0" err="1"/>
              <a:t>tienen</a:t>
            </a:r>
            <a:r>
              <a:rPr lang="en-US" dirty="0"/>
              <a:t> 3 </a:t>
            </a:r>
            <a:r>
              <a:rPr lang="en-US" dirty="0" err="1"/>
              <a:t>particularidades</a:t>
            </a:r>
            <a:r>
              <a:rPr lang="en-US" dirty="0"/>
              <a:t> </a:t>
            </a:r>
            <a:r>
              <a:rPr lang="en-US" dirty="0" err="1"/>
              <a:t>que</a:t>
            </a:r>
            <a:r>
              <a:rPr lang="en-US" dirty="0"/>
              <a:t> las hacen incompatibles con las </a:t>
            </a:r>
            <a:r>
              <a:rPr lang="en-US" dirty="0" err="1"/>
              <a:t>librerias</a:t>
            </a:r>
            <a:r>
              <a:rPr lang="en-US" dirty="0"/>
              <a:t> </a:t>
            </a:r>
            <a:r>
              <a:rPr lang="en-US" dirty="0" err="1"/>
              <a:t>tradicionales</a:t>
            </a:r>
            <a:r>
              <a:rPr lang="en-US" dirty="0"/>
              <a:t>. </a:t>
            </a:r>
          </a:p>
          <a:p>
            <a:r>
              <a:rPr lang="en-US" dirty="0"/>
              <a:t>	Con </a:t>
            </a:r>
            <a:r>
              <a:rPr lang="en-US" dirty="0" err="1"/>
              <a:t>paquetes</a:t>
            </a:r>
            <a:r>
              <a:rPr lang="en-US" dirty="0"/>
              <a:t> de </a:t>
            </a:r>
            <a:r>
              <a:rPr lang="en-US" dirty="0" err="1"/>
              <a:t>datos</a:t>
            </a:r>
            <a:r>
              <a:rPr lang="en-US" dirty="0"/>
              <a:t> little-endian, o sea </a:t>
            </a:r>
            <a:r>
              <a:rPr lang="en-US" dirty="0" err="1"/>
              <a:t>que</a:t>
            </a:r>
            <a:r>
              <a:rPr lang="en-US" dirty="0"/>
              <a:t> el byte menos </a:t>
            </a:r>
            <a:r>
              <a:rPr lang="en-US" dirty="0" err="1"/>
              <a:t>significativo</a:t>
            </a:r>
            <a:r>
              <a:rPr lang="en-US" dirty="0"/>
              <a:t> primero</a:t>
            </a:r>
          </a:p>
          <a:p>
            <a:r>
              <a:rPr lang="en-US" dirty="0"/>
              <a:t>	,para el </a:t>
            </a:r>
            <a:r>
              <a:rPr lang="en-US" dirty="0" err="1"/>
              <a:t>medidor</a:t>
            </a:r>
            <a:r>
              <a:rPr lang="en-US" dirty="0"/>
              <a:t> de combustible </a:t>
            </a:r>
            <a:r>
              <a:rPr lang="en-US" dirty="0" err="1"/>
              <a:t>direcciones</a:t>
            </a:r>
            <a:r>
              <a:rPr lang="en-US" dirty="0"/>
              <a:t> de </a:t>
            </a:r>
            <a:r>
              <a:rPr lang="en-US" dirty="0" err="1"/>
              <a:t>registro</a:t>
            </a:r>
            <a:r>
              <a:rPr lang="en-US" dirty="0"/>
              <a:t> de 2 bytes y </a:t>
            </a:r>
            <a:r>
              <a:rPr lang="en-US" dirty="0" err="1"/>
              <a:t>además</a:t>
            </a:r>
            <a:endParaRPr lang="en-US" dirty="0"/>
          </a:p>
          <a:p>
            <a:r>
              <a:rPr lang="en-US" dirty="0"/>
              <a:t>	un tiempo de </a:t>
            </a:r>
            <a:r>
              <a:rPr lang="en-US" dirty="0" err="1"/>
              <a:t>espera</a:t>
            </a:r>
            <a:r>
              <a:rPr lang="en-US" dirty="0"/>
              <a:t> </a:t>
            </a:r>
            <a:r>
              <a:rPr lang="en-US" dirty="0" err="1"/>
              <a:t>que</a:t>
            </a:r>
            <a:r>
              <a:rPr lang="en-US" dirty="0"/>
              <a:t> </a:t>
            </a:r>
            <a:r>
              <a:rPr lang="en-US" dirty="0" err="1"/>
              <a:t>obliga</a:t>
            </a:r>
            <a:r>
              <a:rPr lang="en-US" dirty="0"/>
              <a:t> a </a:t>
            </a:r>
            <a:r>
              <a:rPr lang="en-US" dirty="0" err="1"/>
              <a:t>desarrollar</a:t>
            </a:r>
            <a:r>
              <a:rPr lang="en-US" dirty="0"/>
              <a:t> un </a:t>
            </a:r>
            <a:r>
              <a:rPr lang="en-US" dirty="0" err="1"/>
              <a:t>agendador</a:t>
            </a:r>
            <a:r>
              <a:rPr lang="en-US" dirty="0"/>
              <a:t> de </a:t>
            </a:r>
            <a:r>
              <a:rPr lang="en-US" dirty="0" err="1"/>
              <a:t>mensajes</a:t>
            </a:r>
            <a:r>
              <a:rPr lang="en-US" dirty="0"/>
              <a:t>.</a:t>
            </a:r>
          </a:p>
        </p:txBody>
      </p:sp>
      <p:sp>
        <p:nvSpPr>
          <p:cNvPr id="4" name="Slide Number Placeholder 3"/>
          <p:cNvSpPr>
            <a:spLocks noGrp="1"/>
          </p:cNvSpPr>
          <p:nvPr>
            <p:ph type="sldNum" sz="quarter" idx="5"/>
          </p:nvPr>
        </p:nvSpPr>
        <p:spPr/>
        <p:txBody>
          <a:bodyPr/>
          <a:lstStyle/>
          <a:p>
            <a:fld id="{8C0B9996-D9CA-462D-97C3-C7724DF66AF1}" type="slidenum">
              <a:rPr lang="es-CL" smtClean="0"/>
              <a:t>12</a:t>
            </a:fld>
            <a:endParaRPr lang="es-CL"/>
          </a:p>
        </p:txBody>
      </p:sp>
    </p:spTree>
    <p:extLst>
      <p:ext uri="{BB962C8B-B14F-4D97-AF65-F5344CB8AC3E}">
        <p14:creationId xmlns:p14="http://schemas.microsoft.com/office/powerpoint/2010/main" val="1370211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-Se </a:t>
            </a:r>
            <a:r>
              <a:rPr lang="en-US" dirty="0" err="1"/>
              <a:t>realiza</a:t>
            </a:r>
            <a:r>
              <a:rPr lang="en-US" dirty="0"/>
              <a:t> el </a:t>
            </a:r>
            <a:r>
              <a:rPr lang="en-US" dirty="0" err="1"/>
              <a:t>esquema</a:t>
            </a:r>
            <a:r>
              <a:rPr lang="en-US" dirty="0"/>
              <a:t> de </a:t>
            </a:r>
            <a:r>
              <a:rPr lang="en-US" dirty="0" err="1"/>
              <a:t>los</a:t>
            </a:r>
            <a:r>
              <a:rPr lang="en-US" dirty="0"/>
              <a:t> componentes y sus </a:t>
            </a:r>
            <a:r>
              <a:rPr lang="en-US" dirty="0" err="1"/>
              <a:t>conexiones</a:t>
            </a:r>
            <a:r>
              <a:rPr lang="en-US" dirty="0"/>
              <a:t>, de manera </a:t>
            </a:r>
            <a:r>
              <a:rPr lang="en-US" dirty="0" err="1"/>
              <a:t>que</a:t>
            </a:r>
            <a:r>
              <a:rPr lang="en-US" dirty="0"/>
              <a:t> todos </a:t>
            </a:r>
            <a:r>
              <a:rPr lang="en-US" dirty="0" err="1"/>
              <a:t>los</a:t>
            </a:r>
            <a:r>
              <a:rPr lang="en-US" dirty="0"/>
              <a:t> componentes </a:t>
            </a:r>
            <a:r>
              <a:rPr lang="en-US" dirty="0" err="1"/>
              <a:t>tengan</a:t>
            </a:r>
            <a:r>
              <a:rPr lang="en-US" dirty="0"/>
              <a:t> un punto de </a:t>
            </a:r>
            <a:r>
              <a:rPr lang="en-US" dirty="0" err="1"/>
              <a:t>conexion</a:t>
            </a:r>
            <a:r>
              <a:rPr lang="en-US" dirty="0"/>
              <a:t> eléctrica y de </a:t>
            </a:r>
            <a:r>
              <a:rPr lang="en-US" dirty="0" err="1"/>
              <a:t>señales</a:t>
            </a:r>
            <a:r>
              <a:rPr lang="en-US" dirty="0"/>
              <a:t>.</a:t>
            </a:r>
          </a:p>
          <a:p>
            <a:r>
              <a:rPr lang="en-US" dirty="0"/>
              <a:t>-BMS se </a:t>
            </a:r>
            <a:r>
              <a:rPr lang="en-US" dirty="0" err="1"/>
              <a:t>encargará</a:t>
            </a:r>
            <a:r>
              <a:rPr lang="en-US" dirty="0"/>
              <a:t> de </a:t>
            </a:r>
            <a:r>
              <a:rPr lang="en-US" dirty="0" err="1"/>
              <a:t>habilitar</a:t>
            </a:r>
            <a:r>
              <a:rPr lang="en-US" dirty="0"/>
              <a:t> la </a:t>
            </a:r>
            <a:r>
              <a:rPr lang="en-US" dirty="0" err="1"/>
              <a:t>energía</a:t>
            </a:r>
            <a:r>
              <a:rPr lang="en-US" dirty="0"/>
              <a:t> a todos </a:t>
            </a:r>
            <a:r>
              <a:rPr lang="en-US" dirty="0" err="1"/>
              <a:t>los</a:t>
            </a:r>
            <a:r>
              <a:rPr lang="en-US" dirty="0"/>
              <a:t> componentes </a:t>
            </a:r>
            <a:r>
              <a:rPr lang="en-US" dirty="0" err="1"/>
              <a:t>que</a:t>
            </a:r>
            <a:r>
              <a:rPr lang="en-US" dirty="0"/>
              <a:t> le </a:t>
            </a:r>
            <a:r>
              <a:rPr lang="en-US" dirty="0" err="1"/>
              <a:t>preceden</a:t>
            </a:r>
            <a:r>
              <a:rPr lang="en-US" dirty="0"/>
              <a:t>, el driver de </a:t>
            </a:r>
            <a:r>
              <a:rPr lang="en-US" dirty="0" err="1"/>
              <a:t>cada</a:t>
            </a:r>
            <a:r>
              <a:rPr lang="en-US" dirty="0"/>
              <a:t> </a:t>
            </a:r>
            <a:r>
              <a:rPr lang="en-US" dirty="0" err="1"/>
              <a:t>actuado</a:t>
            </a:r>
            <a:r>
              <a:rPr lang="en-US" dirty="0"/>
              <a:t> </a:t>
            </a:r>
            <a:r>
              <a:rPr lang="en-US" dirty="0" err="1"/>
              <a:t>recibe</a:t>
            </a:r>
            <a:r>
              <a:rPr lang="en-US" dirty="0"/>
              <a:t> de manera </a:t>
            </a:r>
            <a:r>
              <a:rPr lang="en-US" dirty="0" err="1"/>
              <a:t>directa</a:t>
            </a:r>
            <a:r>
              <a:rPr lang="en-US" dirty="0"/>
              <a:t> </a:t>
            </a:r>
            <a:r>
              <a:rPr lang="en-US" dirty="0" err="1"/>
              <a:t>una</a:t>
            </a:r>
            <a:r>
              <a:rPr lang="en-US" dirty="0"/>
              <a:t> </a:t>
            </a:r>
            <a:r>
              <a:rPr lang="en-US" dirty="0" err="1"/>
              <a:t>conexion</a:t>
            </a:r>
            <a:r>
              <a:rPr lang="en-US" dirty="0"/>
              <a:t> desde el bus de </a:t>
            </a:r>
            <a:r>
              <a:rPr lang="en-US" dirty="0" err="1"/>
              <a:t>batería</a:t>
            </a:r>
            <a:r>
              <a:rPr lang="en-US" dirty="0"/>
              <a:t> </a:t>
            </a:r>
            <a:r>
              <a:rPr lang="en-US" dirty="0" err="1"/>
              <a:t>saliente</a:t>
            </a:r>
            <a:r>
              <a:rPr lang="en-US" dirty="0"/>
              <a:t>.</a:t>
            </a:r>
          </a:p>
          <a:p>
            <a:r>
              <a:rPr lang="en-US" dirty="0"/>
              <a:t>-El convertidor buck de 5v </a:t>
            </a:r>
            <a:r>
              <a:rPr lang="en-US" dirty="0" err="1"/>
              <a:t>alimentará</a:t>
            </a:r>
            <a:r>
              <a:rPr lang="en-US" dirty="0"/>
              <a:t> al </a:t>
            </a:r>
            <a:r>
              <a:rPr lang="en-US" dirty="0" err="1"/>
              <a:t>regulador</a:t>
            </a:r>
            <a:r>
              <a:rPr lang="en-US" dirty="0"/>
              <a:t> lineal para </a:t>
            </a:r>
            <a:r>
              <a:rPr lang="en-US" dirty="0" err="1"/>
              <a:t>entregar</a:t>
            </a:r>
            <a:r>
              <a:rPr lang="en-US" dirty="0"/>
              <a:t> </a:t>
            </a:r>
            <a:r>
              <a:rPr lang="en-US" dirty="0" err="1"/>
              <a:t>los</a:t>
            </a:r>
            <a:r>
              <a:rPr lang="en-US" dirty="0"/>
              <a:t> 3.3v .</a:t>
            </a:r>
          </a:p>
          <a:p>
            <a:r>
              <a:rPr lang="en-US" dirty="0"/>
              <a:t>-El convertidor buck no </a:t>
            </a:r>
            <a:r>
              <a:rPr lang="en-US" dirty="0" err="1"/>
              <a:t>alimenta</a:t>
            </a:r>
            <a:r>
              <a:rPr lang="en-US" dirty="0"/>
              <a:t> </a:t>
            </a:r>
            <a:r>
              <a:rPr lang="en-US" dirty="0" err="1"/>
              <a:t>directamente</a:t>
            </a:r>
            <a:r>
              <a:rPr lang="en-US" dirty="0"/>
              <a:t> al MCU teensy. Si no </a:t>
            </a:r>
            <a:r>
              <a:rPr lang="en-US" dirty="0" err="1"/>
              <a:t>que</a:t>
            </a:r>
            <a:r>
              <a:rPr lang="en-US" dirty="0"/>
              <a:t> primero le da </a:t>
            </a:r>
            <a:r>
              <a:rPr lang="en-US" dirty="0" err="1"/>
              <a:t>energía</a:t>
            </a:r>
            <a:r>
              <a:rPr lang="en-US" dirty="0"/>
              <a:t> a </a:t>
            </a:r>
            <a:r>
              <a:rPr lang="en-US" dirty="0" err="1"/>
              <a:t>una</a:t>
            </a:r>
            <a:r>
              <a:rPr lang="en-US" dirty="0"/>
              <a:t> </a:t>
            </a:r>
            <a:r>
              <a:rPr lang="en-US" dirty="0" err="1"/>
              <a:t>unidad</a:t>
            </a:r>
            <a:r>
              <a:rPr lang="en-US" dirty="0"/>
              <a:t> UPS </a:t>
            </a:r>
            <a:r>
              <a:rPr lang="en-US" dirty="0" err="1"/>
              <a:t>que</a:t>
            </a:r>
            <a:r>
              <a:rPr lang="en-US" dirty="0"/>
              <a:t> sirve </a:t>
            </a:r>
            <a:r>
              <a:rPr lang="en-US" dirty="0" err="1"/>
              <a:t>como</a:t>
            </a:r>
            <a:r>
              <a:rPr lang="en-US" dirty="0"/>
              <a:t> </a:t>
            </a:r>
            <a:r>
              <a:rPr lang="en-US" dirty="0" err="1"/>
              <a:t>respaldo</a:t>
            </a:r>
            <a:r>
              <a:rPr lang="en-US" dirty="0"/>
              <a:t> de </a:t>
            </a:r>
            <a:r>
              <a:rPr lang="en-US" dirty="0" err="1"/>
              <a:t>energía</a:t>
            </a:r>
            <a:r>
              <a:rPr lang="en-US" dirty="0"/>
              <a:t> a las </a:t>
            </a:r>
            <a:r>
              <a:rPr lang="en-US" dirty="0" err="1"/>
              <a:t>funciones</a:t>
            </a:r>
            <a:r>
              <a:rPr lang="en-US" dirty="0"/>
              <a:t> de protección de Segunda </a:t>
            </a:r>
            <a:r>
              <a:rPr lang="en-US" dirty="0" err="1"/>
              <a:t>linea</a:t>
            </a:r>
            <a:r>
              <a:rPr lang="en-US" dirty="0"/>
              <a:t>.</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13</a:t>
            </a:fld>
            <a:endParaRPr lang="es-CL"/>
          </a:p>
        </p:txBody>
      </p:sp>
    </p:spTree>
    <p:extLst>
      <p:ext uri="{BB962C8B-B14F-4D97-AF65-F5344CB8AC3E}">
        <p14:creationId xmlns:p14="http://schemas.microsoft.com/office/powerpoint/2010/main" val="3913800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pPr marL="174697" indent="-174697">
              <a:buFontTx/>
              <a:buChar char="-"/>
            </a:pPr>
            <a:r>
              <a:rPr lang="en-US" dirty="0"/>
              <a:t>Los </a:t>
            </a:r>
            <a:r>
              <a:rPr lang="en-US" dirty="0" err="1"/>
              <a:t>dispositivos</a:t>
            </a:r>
            <a:r>
              <a:rPr lang="en-US" dirty="0"/>
              <a:t> </a:t>
            </a:r>
            <a:r>
              <a:rPr lang="en-US" dirty="0" err="1"/>
              <a:t>eléctricos</a:t>
            </a:r>
            <a:r>
              <a:rPr lang="en-US" dirty="0"/>
              <a:t> y </a:t>
            </a:r>
            <a:r>
              <a:rPr lang="en-US" dirty="0" err="1"/>
              <a:t>electrónicos</a:t>
            </a:r>
            <a:r>
              <a:rPr lang="en-US" dirty="0"/>
              <a:t> </a:t>
            </a:r>
            <a:r>
              <a:rPr lang="en-US" dirty="0" err="1"/>
              <a:t>generan</a:t>
            </a:r>
            <a:r>
              <a:rPr lang="en-US" dirty="0"/>
              <a:t> </a:t>
            </a:r>
            <a:r>
              <a:rPr lang="en-US" dirty="0" err="1"/>
              <a:t>calor</a:t>
            </a:r>
            <a:r>
              <a:rPr lang="en-US" dirty="0"/>
              <a:t>.</a:t>
            </a:r>
          </a:p>
          <a:p>
            <a:pPr marL="174697" indent="-174697">
              <a:buFontTx/>
              <a:buChar char="-"/>
            </a:pPr>
            <a:r>
              <a:rPr lang="en-US" dirty="0"/>
              <a:t>Este </a:t>
            </a:r>
            <a:r>
              <a:rPr lang="en-US" dirty="0" err="1"/>
              <a:t>calor</a:t>
            </a:r>
            <a:r>
              <a:rPr lang="en-US" dirty="0"/>
              <a:t> o </a:t>
            </a:r>
            <a:r>
              <a:rPr lang="en-US" dirty="0" err="1"/>
              <a:t>energía</a:t>
            </a:r>
            <a:r>
              <a:rPr lang="en-US" dirty="0"/>
              <a:t>, debe ser </a:t>
            </a:r>
            <a:r>
              <a:rPr lang="en-US" dirty="0" err="1"/>
              <a:t>evacuada</a:t>
            </a:r>
            <a:r>
              <a:rPr lang="en-US" dirty="0"/>
              <a:t> para </a:t>
            </a:r>
            <a:r>
              <a:rPr lang="en-US" dirty="0" err="1"/>
              <a:t>permitir</a:t>
            </a:r>
            <a:r>
              <a:rPr lang="en-US" dirty="0"/>
              <a:t> la </a:t>
            </a:r>
            <a:r>
              <a:rPr lang="en-US" dirty="0" err="1"/>
              <a:t>conduccion</a:t>
            </a:r>
            <a:r>
              <a:rPr lang="en-US" dirty="0"/>
              <a:t> de la </a:t>
            </a:r>
            <a:r>
              <a:rPr lang="en-US" dirty="0" err="1"/>
              <a:t>corriente</a:t>
            </a:r>
            <a:r>
              <a:rPr lang="en-US" dirty="0"/>
              <a:t>.</a:t>
            </a:r>
          </a:p>
          <a:p>
            <a:pPr marL="174697" indent="-174697">
              <a:buFontTx/>
              <a:buChar char="-"/>
            </a:pPr>
            <a:r>
              <a:rPr lang="en-US" dirty="0"/>
              <a:t>Un </a:t>
            </a:r>
            <a:r>
              <a:rPr lang="en-US" dirty="0" err="1"/>
              <a:t>dispositivo</a:t>
            </a:r>
            <a:r>
              <a:rPr lang="en-US" dirty="0"/>
              <a:t> con muchas </a:t>
            </a:r>
            <a:r>
              <a:rPr lang="en-US" dirty="0" err="1"/>
              <a:t>pérdidas</a:t>
            </a:r>
            <a:r>
              <a:rPr lang="en-US" dirty="0"/>
              <a:t> es tan </a:t>
            </a:r>
            <a:r>
              <a:rPr lang="en-US" dirty="0" err="1"/>
              <a:t>dificil</a:t>
            </a:r>
            <a:r>
              <a:rPr lang="en-US" dirty="0"/>
              <a:t> de </a:t>
            </a:r>
            <a:r>
              <a:rPr lang="en-US" dirty="0" err="1"/>
              <a:t>manejar</a:t>
            </a:r>
            <a:r>
              <a:rPr lang="en-US" dirty="0"/>
              <a:t> </a:t>
            </a:r>
            <a:r>
              <a:rPr lang="en-US" dirty="0" err="1"/>
              <a:t>como</a:t>
            </a:r>
            <a:r>
              <a:rPr lang="en-US" dirty="0"/>
              <a:t> uno con mala </a:t>
            </a:r>
            <a:r>
              <a:rPr lang="en-US" dirty="0" err="1"/>
              <a:t>evacuación</a:t>
            </a:r>
            <a:r>
              <a:rPr lang="en-US" dirty="0"/>
              <a:t>.</a:t>
            </a:r>
          </a:p>
          <a:p>
            <a:pPr marL="174697" indent="-174697">
              <a:buFontTx/>
              <a:buChar char="-"/>
            </a:pPr>
            <a:r>
              <a:rPr lang="en-US" dirty="0"/>
              <a:t>Nos </a:t>
            </a:r>
            <a:r>
              <a:rPr lang="en-US" dirty="0" err="1"/>
              <a:t>ayudamos</a:t>
            </a:r>
            <a:r>
              <a:rPr lang="en-US" dirty="0"/>
              <a:t> del </a:t>
            </a:r>
            <a:r>
              <a:rPr lang="en-US" dirty="0" err="1"/>
              <a:t>esquema</a:t>
            </a:r>
            <a:r>
              <a:rPr lang="en-US" dirty="0"/>
              <a:t> </a:t>
            </a:r>
            <a:r>
              <a:rPr lang="en-US" dirty="0" err="1"/>
              <a:t>mostrado</a:t>
            </a:r>
            <a:r>
              <a:rPr lang="en-US" dirty="0"/>
              <a:t> para </a:t>
            </a:r>
            <a:r>
              <a:rPr lang="en-US" dirty="0" err="1"/>
              <a:t>mostrar</a:t>
            </a:r>
            <a:r>
              <a:rPr lang="en-US" dirty="0"/>
              <a:t> </a:t>
            </a:r>
            <a:r>
              <a:rPr lang="en-US" dirty="0" err="1"/>
              <a:t>los</a:t>
            </a:r>
            <a:r>
              <a:rPr lang="en-US" dirty="0"/>
              <a:t> </a:t>
            </a:r>
            <a:r>
              <a:rPr lang="en-US" dirty="0" err="1"/>
              <a:t>diferentes</a:t>
            </a:r>
            <a:r>
              <a:rPr lang="en-US" dirty="0"/>
              <a:t> caminos </a:t>
            </a:r>
            <a:r>
              <a:rPr lang="en-US" dirty="0" err="1"/>
              <a:t>por</a:t>
            </a:r>
            <a:r>
              <a:rPr lang="en-US" dirty="0"/>
              <a:t> </a:t>
            </a:r>
            <a:r>
              <a:rPr lang="en-US" dirty="0" err="1"/>
              <a:t>los</a:t>
            </a:r>
            <a:r>
              <a:rPr lang="en-US" dirty="0"/>
              <a:t> </a:t>
            </a:r>
            <a:r>
              <a:rPr lang="en-US" dirty="0" err="1"/>
              <a:t>cuales</a:t>
            </a:r>
            <a:r>
              <a:rPr lang="en-US" dirty="0"/>
              <a:t> es </a:t>
            </a:r>
            <a:r>
              <a:rPr lang="en-US" dirty="0" err="1"/>
              <a:t>posible</a:t>
            </a:r>
            <a:r>
              <a:rPr lang="en-US" dirty="0"/>
              <a:t> </a:t>
            </a:r>
            <a:r>
              <a:rPr lang="en-US" dirty="0" err="1"/>
              <a:t>disipar</a:t>
            </a:r>
            <a:r>
              <a:rPr lang="en-US" dirty="0"/>
              <a:t> la </a:t>
            </a:r>
            <a:r>
              <a:rPr lang="en-US" dirty="0" err="1"/>
              <a:t>energía</a:t>
            </a:r>
            <a:r>
              <a:rPr lang="en-US" dirty="0"/>
              <a:t> de un </a:t>
            </a:r>
            <a:r>
              <a:rPr lang="en-US" dirty="0" err="1"/>
              <a:t>transitor</a:t>
            </a:r>
            <a:r>
              <a:rPr lang="en-US" dirty="0"/>
              <a:t>.</a:t>
            </a:r>
          </a:p>
          <a:p>
            <a:pPr marL="174697" indent="-174697">
              <a:buFontTx/>
              <a:buChar char="-"/>
            </a:pPr>
            <a:r>
              <a:rPr lang="en-US" dirty="0"/>
              <a:t>El </a:t>
            </a:r>
            <a:r>
              <a:rPr lang="en-US" dirty="0" err="1"/>
              <a:t>esquema</a:t>
            </a:r>
            <a:r>
              <a:rPr lang="en-US" dirty="0"/>
              <a:t> </a:t>
            </a:r>
            <a:r>
              <a:rPr lang="en-US" dirty="0" err="1"/>
              <a:t>tambien</a:t>
            </a:r>
            <a:r>
              <a:rPr lang="en-US" dirty="0"/>
              <a:t> sirve de </a:t>
            </a:r>
            <a:r>
              <a:rPr lang="en-US" dirty="0" err="1"/>
              <a:t>equivalente</a:t>
            </a:r>
            <a:r>
              <a:rPr lang="en-US" dirty="0"/>
              <a:t> </a:t>
            </a:r>
            <a:r>
              <a:rPr lang="en-US" dirty="0" err="1"/>
              <a:t>térmico</a:t>
            </a:r>
            <a:r>
              <a:rPr lang="en-US" dirty="0"/>
              <a:t> para la </a:t>
            </a:r>
            <a:r>
              <a:rPr lang="en-US" dirty="0" err="1"/>
              <a:t>conduccion</a:t>
            </a:r>
            <a:r>
              <a:rPr lang="en-US" dirty="0"/>
              <a:t> de la </a:t>
            </a:r>
            <a:r>
              <a:rPr lang="en-US" dirty="0" err="1"/>
              <a:t>potencia</a:t>
            </a:r>
            <a:r>
              <a:rPr lang="en-US" dirty="0"/>
              <a:t>, donde Theta es el </a:t>
            </a:r>
            <a:r>
              <a:rPr lang="en-US" dirty="0" err="1"/>
              <a:t>coeficiente</a:t>
            </a:r>
            <a:r>
              <a:rPr lang="en-US" dirty="0"/>
              <a:t> </a:t>
            </a:r>
            <a:r>
              <a:rPr lang="en-US" dirty="0" err="1"/>
              <a:t>teórico</a:t>
            </a:r>
            <a:r>
              <a:rPr lang="en-US" dirty="0"/>
              <a:t> y Psi es el </a:t>
            </a:r>
            <a:r>
              <a:rPr lang="en-US" dirty="0" err="1"/>
              <a:t>coeficiente</a:t>
            </a:r>
            <a:r>
              <a:rPr lang="en-US" dirty="0"/>
              <a:t> experimental </a:t>
            </a:r>
            <a:r>
              <a:rPr lang="en-US" dirty="0" err="1"/>
              <a:t>segun</a:t>
            </a:r>
            <a:r>
              <a:rPr lang="en-US" dirty="0"/>
              <a:t> las JEDEC. </a:t>
            </a:r>
          </a:p>
          <a:p>
            <a:r>
              <a:rPr lang="en-US" dirty="0"/>
              <a:t>FALTA:</a:t>
            </a:r>
          </a:p>
          <a:p>
            <a:r>
              <a:rPr lang="en-US" dirty="0"/>
              <a:t>Ancho </a:t>
            </a:r>
            <a:r>
              <a:rPr lang="en-US" dirty="0" err="1"/>
              <a:t>pistas</a:t>
            </a:r>
            <a:r>
              <a:rPr lang="en-US" dirty="0"/>
              <a:t>?</a:t>
            </a:r>
          </a:p>
          <a:p>
            <a:pPr marL="174697" indent="-174697">
              <a:buFontTx/>
              <a:buChar char="-"/>
            </a:pPr>
            <a:endParaRPr lang="en-US" dirty="0"/>
          </a:p>
        </p:txBody>
      </p:sp>
      <p:sp>
        <p:nvSpPr>
          <p:cNvPr id="4" name="Slide Number Placeholder 3"/>
          <p:cNvSpPr>
            <a:spLocks noGrp="1"/>
          </p:cNvSpPr>
          <p:nvPr>
            <p:ph type="sldNum" sz="quarter" idx="5"/>
          </p:nvPr>
        </p:nvSpPr>
        <p:spPr/>
        <p:txBody>
          <a:bodyPr/>
          <a:lstStyle/>
          <a:p>
            <a:fld id="{8C0B9996-D9CA-462D-97C3-C7724DF66AF1}" type="slidenum">
              <a:rPr lang="es-CL" smtClean="0"/>
              <a:t>14</a:t>
            </a:fld>
            <a:endParaRPr lang="es-CL"/>
          </a:p>
        </p:txBody>
      </p:sp>
    </p:spTree>
    <p:extLst>
      <p:ext uri="{BB962C8B-B14F-4D97-AF65-F5344CB8AC3E}">
        <p14:creationId xmlns:p14="http://schemas.microsoft.com/office/powerpoint/2010/main" val="3048670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15</a:t>
            </a:fld>
            <a:endParaRPr lang="es-CL"/>
          </a:p>
        </p:txBody>
      </p:sp>
    </p:spTree>
    <p:extLst>
      <p:ext uri="{BB962C8B-B14F-4D97-AF65-F5344CB8AC3E}">
        <p14:creationId xmlns:p14="http://schemas.microsoft.com/office/powerpoint/2010/main" val="3727416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16</a:t>
            </a:fld>
            <a:endParaRPr lang="es-CL"/>
          </a:p>
        </p:txBody>
      </p:sp>
    </p:spTree>
    <p:extLst>
      <p:ext uri="{BB962C8B-B14F-4D97-AF65-F5344CB8AC3E}">
        <p14:creationId xmlns:p14="http://schemas.microsoft.com/office/powerpoint/2010/main" val="2592868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17</a:t>
            </a:fld>
            <a:endParaRPr lang="es-CL"/>
          </a:p>
        </p:txBody>
      </p:sp>
    </p:spTree>
    <p:extLst>
      <p:ext uri="{BB962C8B-B14F-4D97-AF65-F5344CB8AC3E}">
        <p14:creationId xmlns:p14="http://schemas.microsoft.com/office/powerpoint/2010/main" val="3672455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-Las placas se </a:t>
            </a:r>
            <a:r>
              <a:rPr lang="en-US" dirty="0" err="1"/>
              <a:t>intentaron</a:t>
            </a:r>
            <a:r>
              <a:rPr lang="en-US" dirty="0"/>
              <a:t> </a:t>
            </a:r>
            <a:r>
              <a:rPr lang="en-US" dirty="0" err="1"/>
              <a:t>desarrollar</a:t>
            </a:r>
            <a:r>
              <a:rPr lang="en-US" dirty="0"/>
              <a:t> con las </a:t>
            </a:r>
            <a:r>
              <a:rPr lang="en-US" dirty="0" err="1"/>
              <a:t>herramientas</a:t>
            </a:r>
            <a:r>
              <a:rPr lang="en-US" dirty="0"/>
              <a:t> de </a:t>
            </a:r>
            <a:r>
              <a:rPr lang="en-US" dirty="0" err="1"/>
              <a:t>los</a:t>
            </a:r>
            <a:r>
              <a:rPr lang="en-US" dirty="0"/>
              <a:t> </a:t>
            </a:r>
            <a:r>
              <a:rPr lang="en-US" dirty="0" err="1"/>
              <a:t>talleres</a:t>
            </a:r>
            <a:r>
              <a:rPr lang="en-US" dirty="0"/>
              <a:t> </a:t>
            </a:r>
            <a:r>
              <a:rPr lang="en-US" dirty="0" err="1"/>
              <a:t>en</a:t>
            </a:r>
            <a:r>
              <a:rPr lang="en-US" dirty="0"/>
              <a:t> la Universidad. </a:t>
            </a:r>
            <a:r>
              <a:rPr lang="en-US" dirty="0" err="1"/>
              <a:t>Agradezco</a:t>
            </a:r>
            <a:r>
              <a:rPr lang="en-US" dirty="0"/>
              <a:t> </a:t>
            </a:r>
            <a:r>
              <a:rPr lang="en-US" dirty="0" err="1"/>
              <a:t>mucho</a:t>
            </a:r>
            <a:r>
              <a:rPr lang="en-US" dirty="0"/>
              <a:t> al personal y </a:t>
            </a:r>
            <a:r>
              <a:rPr lang="en-US" dirty="0" err="1"/>
              <a:t>funcionarios</a:t>
            </a:r>
            <a:r>
              <a:rPr lang="en-US" dirty="0"/>
              <a:t> de </a:t>
            </a:r>
            <a:r>
              <a:rPr lang="en-US" dirty="0" err="1"/>
              <a:t>alli</a:t>
            </a:r>
            <a:r>
              <a:rPr lang="en-US" dirty="0"/>
              <a:t>. Sin embargo </a:t>
            </a:r>
            <a:r>
              <a:rPr lang="en-US" dirty="0" err="1"/>
              <a:t>debido</a:t>
            </a:r>
            <a:r>
              <a:rPr lang="en-US" dirty="0"/>
              <a:t> a las </a:t>
            </a:r>
            <a:r>
              <a:rPr lang="en-US" dirty="0" err="1"/>
              <a:t>necesidades</a:t>
            </a:r>
            <a:r>
              <a:rPr lang="en-US" dirty="0"/>
              <a:t> del diseño.</a:t>
            </a:r>
          </a:p>
          <a:p>
            <a:r>
              <a:rPr lang="en-US" dirty="0"/>
              <a:t>-Se ha trabajando con el fabricante JLCPCB.</a:t>
            </a:r>
          </a:p>
          <a:p>
            <a:r>
              <a:rPr lang="en-US" dirty="0"/>
              <a:t>-Sus componentes SMD </a:t>
            </a:r>
            <a:r>
              <a:rPr lang="en-US" dirty="0" err="1"/>
              <a:t>han</a:t>
            </a:r>
            <a:r>
              <a:rPr lang="en-US" dirty="0"/>
              <a:t> </a:t>
            </a:r>
            <a:r>
              <a:rPr lang="en-US" dirty="0" err="1"/>
              <a:t>sido</a:t>
            </a:r>
            <a:r>
              <a:rPr lang="en-US" dirty="0"/>
              <a:t> soldados la </a:t>
            </a:r>
            <a:r>
              <a:rPr lang="en-US" dirty="0" err="1"/>
              <a:t>cara</a:t>
            </a:r>
            <a:r>
              <a:rPr lang="en-US" dirty="0"/>
              <a:t> superior con el </a:t>
            </a:r>
            <a:r>
              <a:rPr lang="en-US" dirty="0" err="1"/>
              <a:t>método</a:t>
            </a:r>
            <a:r>
              <a:rPr lang="en-US" dirty="0"/>
              <a:t> de </a:t>
            </a:r>
            <a:r>
              <a:rPr lang="en-US" dirty="0" err="1"/>
              <a:t>cama</a:t>
            </a:r>
            <a:r>
              <a:rPr lang="en-US" dirty="0"/>
              <a:t> caliente. Sus </a:t>
            </a:r>
            <a:r>
              <a:rPr lang="en-US" dirty="0" err="1"/>
              <a:t>compontes</a:t>
            </a:r>
            <a:r>
              <a:rPr lang="en-US" dirty="0"/>
              <a:t> </a:t>
            </a:r>
            <a:r>
              <a:rPr lang="en-US" dirty="0" err="1"/>
              <a:t>através</a:t>
            </a:r>
            <a:r>
              <a:rPr lang="en-US" dirty="0"/>
              <a:t> de </a:t>
            </a:r>
            <a:r>
              <a:rPr lang="en-US" dirty="0" err="1"/>
              <a:t>agujeros</a:t>
            </a:r>
            <a:r>
              <a:rPr lang="en-US" dirty="0"/>
              <a:t> se </a:t>
            </a:r>
            <a:r>
              <a:rPr lang="en-US" dirty="0" err="1"/>
              <a:t>montaron</a:t>
            </a:r>
            <a:r>
              <a:rPr lang="en-US" dirty="0"/>
              <a:t> </a:t>
            </a:r>
            <a:r>
              <a:rPr lang="en-US" dirty="0" err="1"/>
              <a:t>en</a:t>
            </a:r>
            <a:r>
              <a:rPr lang="en-US" dirty="0"/>
              <a:t> la </a:t>
            </a:r>
            <a:r>
              <a:rPr lang="en-US" dirty="0" err="1"/>
              <a:t>cara</a:t>
            </a:r>
            <a:r>
              <a:rPr lang="en-US" dirty="0"/>
              <a:t> posterior y soldados junto a </a:t>
            </a:r>
            <a:r>
              <a:rPr lang="en-US" dirty="0" err="1"/>
              <a:t>los</a:t>
            </a:r>
            <a:r>
              <a:rPr lang="en-US" dirty="0"/>
              <a:t> SMD </a:t>
            </a:r>
          </a:p>
          <a:p>
            <a:r>
              <a:rPr lang="es-CL" dirty="0"/>
              <a:t>-Aquí destacamos la placa de </a:t>
            </a:r>
            <a:r>
              <a:rPr lang="es-CL" dirty="0" err="1"/>
              <a:t>convertidorses</a:t>
            </a:r>
            <a:r>
              <a:rPr lang="es-CL" dirty="0"/>
              <a:t>, con grandes planos el manejo de la energía, pequeño bucle de conmutación y numerosas vías o pasadas térmicas.</a:t>
            </a:r>
          </a:p>
          <a:p>
            <a:r>
              <a:rPr lang="es-CL" dirty="0"/>
              <a:t>-La 4 placa o llave de paso </a:t>
            </a:r>
            <a:r>
              <a:rPr lang="es-CL" dirty="0" err="1"/>
              <a:t>mosfet</a:t>
            </a:r>
            <a:r>
              <a:rPr lang="es-CL" dirty="0"/>
              <a:t>. Se realiza en 8 capas con un peso de cobre equivalente a 5 oz, terminación de superficie de oro-</a:t>
            </a:r>
            <a:r>
              <a:rPr lang="es-CL" dirty="0" err="1"/>
              <a:t>niquel</a:t>
            </a:r>
            <a:r>
              <a:rPr lang="es-CL" dirty="0"/>
              <a:t> y múltiples vías térmicas</a:t>
            </a:r>
          </a:p>
          <a:p>
            <a:endParaRPr lang="es-CL" dirty="0"/>
          </a:p>
          <a:p>
            <a:endParaRPr lang="es-CL" dirty="0"/>
          </a:p>
          <a:p>
            <a:r>
              <a:rPr lang="es-CL" dirty="0"/>
              <a:t>	</a:t>
            </a:r>
            <a:endParaRPr lang="en-US" dirty="0"/>
          </a:p>
        </p:txBody>
      </p:sp>
      <p:sp>
        <p:nvSpPr>
          <p:cNvPr id="4" name="Slide Number Placeholder 3"/>
          <p:cNvSpPr>
            <a:spLocks noGrp="1"/>
          </p:cNvSpPr>
          <p:nvPr>
            <p:ph type="sldNum" sz="quarter" idx="5"/>
          </p:nvPr>
        </p:nvSpPr>
        <p:spPr/>
        <p:txBody>
          <a:bodyPr/>
          <a:lstStyle/>
          <a:p>
            <a:fld id="{8C0B9996-D9CA-462D-97C3-C7724DF66AF1}" type="slidenum">
              <a:rPr lang="es-CL" smtClean="0"/>
              <a:t>18</a:t>
            </a:fld>
            <a:endParaRPr lang="es-CL"/>
          </a:p>
        </p:txBody>
      </p:sp>
    </p:spTree>
    <p:extLst>
      <p:ext uri="{BB962C8B-B14F-4D97-AF65-F5344CB8AC3E}">
        <p14:creationId xmlns:p14="http://schemas.microsoft.com/office/powerpoint/2010/main" val="1462401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-Se </a:t>
            </a:r>
            <a:r>
              <a:rPr lang="en-US" dirty="0" err="1"/>
              <a:t>crea</a:t>
            </a:r>
            <a:r>
              <a:rPr lang="en-US" dirty="0"/>
              <a:t> </a:t>
            </a:r>
            <a:r>
              <a:rPr lang="en-US" dirty="0" err="1"/>
              <a:t>una</a:t>
            </a:r>
            <a:r>
              <a:rPr lang="en-US" dirty="0"/>
              <a:t> </a:t>
            </a:r>
            <a:r>
              <a:rPr lang="en-US" dirty="0" err="1"/>
              <a:t>serie</a:t>
            </a:r>
            <a:r>
              <a:rPr lang="en-US" dirty="0"/>
              <a:t> de </a:t>
            </a:r>
            <a:r>
              <a:rPr lang="en-US" dirty="0" err="1"/>
              <a:t>piezas</a:t>
            </a:r>
            <a:r>
              <a:rPr lang="en-US" dirty="0"/>
              <a:t> </a:t>
            </a:r>
            <a:r>
              <a:rPr lang="en-US" dirty="0" err="1"/>
              <a:t>por</a:t>
            </a:r>
            <a:r>
              <a:rPr lang="en-US" dirty="0"/>
              <a:t> medio de la </a:t>
            </a:r>
            <a:r>
              <a:rPr lang="en-US" dirty="0" err="1"/>
              <a:t>tecnología</a:t>
            </a:r>
            <a:r>
              <a:rPr lang="en-US" dirty="0"/>
              <a:t> de </a:t>
            </a:r>
            <a:r>
              <a:rPr lang="en-US" dirty="0" err="1"/>
              <a:t>fabricación</a:t>
            </a:r>
            <a:r>
              <a:rPr lang="en-US" dirty="0"/>
              <a:t> </a:t>
            </a:r>
            <a:r>
              <a:rPr lang="en-US" dirty="0" err="1"/>
              <a:t>aditiva</a:t>
            </a:r>
            <a:r>
              <a:rPr lang="en-US" dirty="0"/>
              <a:t> de impression 3D.</a:t>
            </a:r>
            <a:br>
              <a:rPr lang="en-US" dirty="0"/>
            </a:br>
            <a:r>
              <a:rPr lang="en-US" dirty="0"/>
              <a:t>-</a:t>
            </a:r>
            <a:r>
              <a:rPr lang="en-US" dirty="0" err="1"/>
              <a:t>Aquí</a:t>
            </a:r>
            <a:r>
              <a:rPr lang="en-US" dirty="0"/>
              <a:t> las </a:t>
            </a:r>
            <a:r>
              <a:rPr lang="en-US" dirty="0" err="1"/>
              <a:t>piezas</a:t>
            </a:r>
            <a:r>
              <a:rPr lang="en-US" dirty="0"/>
              <a:t> 1 a 3 a la </a:t>
            </a:r>
            <a:r>
              <a:rPr lang="en-US" dirty="0" err="1"/>
              <a:t>izquierda</a:t>
            </a:r>
            <a:r>
              <a:rPr lang="en-US" dirty="0"/>
              <a:t> </a:t>
            </a:r>
            <a:r>
              <a:rPr lang="en-US" dirty="0" err="1"/>
              <a:t>sirven</a:t>
            </a:r>
            <a:r>
              <a:rPr lang="en-US" dirty="0"/>
              <a:t> para </a:t>
            </a:r>
            <a:r>
              <a:rPr lang="en-US" dirty="0" err="1"/>
              <a:t>enrutar</a:t>
            </a:r>
            <a:r>
              <a:rPr lang="en-US" dirty="0"/>
              <a:t> el </a:t>
            </a:r>
            <a:r>
              <a:rPr lang="en-US" dirty="0" err="1"/>
              <a:t>cableado</a:t>
            </a:r>
            <a:r>
              <a:rPr lang="en-US" dirty="0"/>
              <a:t> desde la </a:t>
            </a:r>
            <a:r>
              <a:rPr lang="en-US" dirty="0" err="1"/>
              <a:t>batería</a:t>
            </a:r>
            <a:r>
              <a:rPr lang="en-US" dirty="0"/>
              <a:t> hasta </a:t>
            </a:r>
            <a:r>
              <a:rPr lang="en-US" dirty="0" err="1"/>
              <a:t>los</a:t>
            </a:r>
            <a:r>
              <a:rPr lang="en-US" dirty="0"/>
              <a:t> </a:t>
            </a:r>
            <a:r>
              <a:rPr lang="en-US" dirty="0" err="1"/>
              <a:t>actuadores</a:t>
            </a:r>
            <a:endParaRPr lang="en-US" dirty="0"/>
          </a:p>
          <a:p>
            <a:r>
              <a:rPr lang="en-US" dirty="0"/>
              <a:t>-Las </a:t>
            </a:r>
            <a:r>
              <a:rPr lang="en-US" dirty="0" err="1"/>
              <a:t>piezas</a:t>
            </a:r>
            <a:r>
              <a:rPr lang="en-US" dirty="0"/>
              <a:t> 4 a 7 al </a:t>
            </a:r>
            <a:r>
              <a:rPr lang="en-US" dirty="0" err="1"/>
              <a:t>centro</a:t>
            </a:r>
            <a:r>
              <a:rPr lang="en-US" dirty="0"/>
              <a:t> </a:t>
            </a:r>
            <a:r>
              <a:rPr lang="en-US" dirty="0" err="1"/>
              <a:t>sirven</a:t>
            </a:r>
            <a:r>
              <a:rPr lang="en-US" dirty="0"/>
              <a:t> para </a:t>
            </a:r>
            <a:r>
              <a:rPr lang="en-US" dirty="0" err="1"/>
              <a:t>contener</a:t>
            </a:r>
            <a:r>
              <a:rPr lang="en-US" dirty="0"/>
              <a:t> las placas </a:t>
            </a:r>
            <a:r>
              <a:rPr lang="en-US" dirty="0" err="1"/>
              <a:t>en</a:t>
            </a:r>
            <a:r>
              <a:rPr lang="en-US" dirty="0"/>
              <a:t> un </a:t>
            </a:r>
            <a:r>
              <a:rPr lang="en-US" dirty="0" err="1"/>
              <a:t>espacio</a:t>
            </a:r>
            <a:r>
              <a:rPr lang="en-US" dirty="0"/>
              <a:t> </a:t>
            </a:r>
            <a:r>
              <a:rPr lang="en-US" dirty="0" err="1"/>
              <a:t>físico</a:t>
            </a:r>
            <a:r>
              <a:rPr lang="en-US" dirty="0"/>
              <a:t> </a:t>
            </a:r>
            <a:r>
              <a:rPr lang="en-US" dirty="0" err="1"/>
              <a:t>reducido</a:t>
            </a:r>
            <a:r>
              <a:rPr lang="en-US" dirty="0"/>
              <a:t>, </a:t>
            </a:r>
            <a:r>
              <a:rPr lang="en-US" dirty="0" err="1"/>
              <a:t>evitar</a:t>
            </a:r>
            <a:r>
              <a:rPr lang="en-US" dirty="0"/>
              <a:t> el </a:t>
            </a:r>
            <a:r>
              <a:rPr lang="en-US" dirty="0" err="1"/>
              <a:t>contacto</a:t>
            </a:r>
            <a:r>
              <a:rPr lang="en-US" dirty="0"/>
              <a:t> entre </a:t>
            </a:r>
            <a:r>
              <a:rPr lang="en-US" dirty="0" err="1"/>
              <a:t>conectores</a:t>
            </a:r>
            <a:r>
              <a:rPr lang="en-US" dirty="0"/>
              <a:t> y superficies </a:t>
            </a:r>
            <a:r>
              <a:rPr lang="en-US" dirty="0" err="1"/>
              <a:t>desprotejidas</a:t>
            </a:r>
            <a:r>
              <a:rPr lang="en-US" dirty="0"/>
              <a:t>.</a:t>
            </a:r>
          </a:p>
          <a:p>
            <a:r>
              <a:rPr lang="en-US" dirty="0"/>
              <a:t>-Las </a:t>
            </a:r>
            <a:r>
              <a:rPr lang="en-US" dirty="0" err="1"/>
              <a:t>piezas</a:t>
            </a:r>
            <a:r>
              <a:rPr lang="en-US" dirty="0"/>
              <a:t> 8 a 10 a la </a:t>
            </a:r>
            <a:r>
              <a:rPr lang="en-US" dirty="0" err="1"/>
              <a:t>derecha</a:t>
            </a:r>
            <a:r>
              <a:rPr lang="en-US" dirty="0"/>
              <a:t> </a:t>
            </a:r>
            <a:r>
              <a:rPr lang="en-US" dirty="0" err="1"/>
              <a:t>sirven</a:t>
            </a:r>
            <a:r>
              <a:rPr lang="en-US" dirty="0"/>
              <a:t> para </a:t>
            </a:r>
            <a:r>
              <a:rPr lang="en-US" dirty="0" err="1"/>
              <a:t>dar</a:t>
            </a:r>
            <a:r>
              <a:rPr lang="en-US" dirty="0"/>
              <a:t> </a:t>
            </a:r>
            <a:r>
              <a:rPr lang="en-US" dirty="0" err="1"/>
              <a:t>una</a:t>
            </a:r>
            <a:r>
              <a:rPr lang="en-US" dirty="0"/>
              <a:t> </a:t>
            </a:r>
            <a:r>
              <a:rPr lang="en-US" dirty="0" err="1"/>
              <a:t>interfaz</a:t>
            </a:r>
            <a:r>
              <a:rPr lang="en-US" dirty="0"/>
              <a:t> de </a:t>
            </a:r>
            <a:r>
              <a:rPr lang="en-US" dirty="0" err="1"/>
              <a:t>interacción</a:t>
            </a:r>
            <a:r>
              <a:rPr lang="en-US" dirty="0"/>
              <a:t> al </a:t>
            </a:r>
            <a:r>
              <a:rPr lang="en-US" dirty="0" err="1"/>
              <a:t>usuario</a:t>
            </a:r>
            <a:r>
              <a:rPr lang="en-US" dirty="0"/>
              <a:t>, </a:t>
            </a:r>
            <a:r>
              <a:rPr lang="en-US" dirty="0" err="1"/>
              <a:t>conteniendo</a:t>
            </a:r>
            <a:r>
              <a:rPr lang="en-US" dirty="0"/>
              <a:t> la </a:t>
            </a:r>
            <a:r>
              <a:rPr lang="en-US" dirty="0" err="1"/>
              <a:t>pantalla</a:t>
            </a:r>
            <a:r>
              <a:rPr lang="en-US" dirty="0"/>
              <a:t>, </a:t>
            </a:r>
            <a:r>
              <a:rPr lang="en-US" dirty="0" err="1"/>
              <a:t>botones</a:t>
            </a:r>
            <a:r>
              <a:rPr lang="en-US" dirty="0"/>
              <a:t> y luces</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19</a:t>
            </a:fld>
            <a:endParaRPr lang="es-CL"/>
          </a:p>
        </p:txBody>
      </p:sp>
    </p:spTree>
    <p:extLst>
      <p:ext uri="{BB962C8B-B14F-4D97-AF65-F5344CB8AC3E}">
        <p14:creationId xmlns:p14="http://schemas.microsoft.com/office/powerpoint/2010/main" val="3203466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-La </a:t>
            </a:r>
            <a:r>
              <a:rPr lang="en-US" dirty="0" err="1"/>
              <a:t>librería</a:t>
            </a:r>
            <a:r>
              <a:rPr lang="en-US" dirty="0"/>
              <a:t> </a:t>
            </a:r>
            <a:r>
              <a:rPr lang="en-US" dirty="0" err="1"/>
              <a:t>creada</a:t>
            </a:r>
            <a:r>
              <a:rPr lang="en-US" dirty="0"/>
              <a:t> para MP2790 hace el </a:t>
            </a:r>
            <a:r>
              <a:rPr lang="en-US" dirty="0" err="1"/>
              <a:t>volcado</a:t>
            </a:r>
            <a:r>
              <a:rPr lang="en-US" dirty="0"/>
              <a:t> de </a:t>
            </a:r>
            <a:r>
              <a:rPr lang="en-US" dirty="0" err="1"/>
              <a:t>datos</a:t>
            </a:r>
            <a:r>
              <a:rPr lang="en-US" dirty="0"/>
              <a:t> de </a:t>
            </a:r>
            <a:r>
              <a:rPr lang="en-US" dirty="0" err="1"/>
              <a:t>los</a:t>
            </a:r>
            <a:r>
              <a:rPr lang="en-US" dirty="0"/>
              <a:t> 599 </a:t>
            </a:r>
            <a:r>
              <a:rPr lang="en-US" dirty="0" err="1"/>
              <a:t>registros</a:t>
            </a:r>
            <a:r>
              <a:rPr lang="en-US" dirty="0"/>
              <a:t> de memoria </a:t>
            </a:r>
            <a:r>
              <a:rPr lang="en-US" dirty="0" err="1"/>
              <a:t>en</a:t>
            </a:r>
            <a:r>
              <a:rPr lang="en-US" dirty="0"/>
              <a:t> la hoja de </a:t>
            </a:r>
            <a:r>
              <a:rPr lang="en-US" dirty="0" err="1"/>
              <a:t>datos</a:t>
            </a:r>
            <a:r>
              <a:rPr lang="en-US" dirty="0"/>
              <a:t> a un conjunto de parámetros y </a:t>
            </a:r>
            <a:r>
              <a:rPr lang="en-US" dirty="0" err="1"/>
              <a:t>métodos</a:t>
            </a:r>
            <a:r>
              <a:rPr lang="en-US" dirty="0"/>
              <a:t> </a:t>
            </a:r>
            <a:r>
              <a:rPr lang="en-US" dirty="0" err="1"/>
              <a:t>en</a:t>
            </a:r>
            <a:r>
              <a:rPr lang="en-US" dirty="0"/>
              <a:t> C.</a:t>
            </a:r>
            <a:br>
              <a:rPr lang="en-US" dirty="0"/>
            </a:br>
            <a:r>
              <a:rPr lang="en-US" dirty="0"/>
              <a:t>-Esto </a:t>
            </a:r>
            <a:r>
              <a:rPr lang="en-US" dirty="0" err="1"/>
              <a:t>permite</a:t>
            </a:r>
            <a:r>
              <a:rPr lang="en-US" dirty="0"/>
              <a:t> no </a:t>
            </a:r>
            <a:r>
              <a:rPr lang="en-US" dirty="0" err="1"/>
              <a:t>tener</a:t>
            </a:r>
            <a:r>
              <a:rPr lang="en-US" dirty="0"/>
              <a:t> </a:t>
            </a:r>
            <a:r>
              <a:rPr lang="en-US" dirty="0" err="1"/>
              <a:t>que</a:t>
            </a:r>
            <a:r>
              <a:rPr lang="en-US" dirty="0"/>
              <a:t> </a:t>
            </a:r>
            <a:r>
              <a:rPr lang="en-US" dirty="0" err="1"/>
              <a:t>referirse</a:t>
            </a:r>
            <a:r>
              <a:rPr lang="en-US" dirty="0"/>
              <a:t> a </a:t>
            </a:r>
            <a:r>
              <a:rPr lang="en-US" dirty="0" err="1"/>
              <a:t>los</a:t>
            </a:r>
            <a:r>
              <a:rPr lang="en-US" dirty="0"/>
              <a:t> bits </a:t>
            </a:r>
            <a:r>
              <a:rPr lang="en-US" dirty="0" err="1"/>
              <a:t>individuales</a:t>
            </a:r>
            <a:r>
              <a:rPr lang="en-US" dirty="0"/>
              <a:t> del monitor, </a:t>
            </a:r>
            <a:r>
              <a:rPr lang="en-US" dirty="0" err="1"/>
              <a:t>accediendo</a:t>
            </a:r>
            <a:r>
              <a:rPr lang="en-US" dirty="0"/>
              <a:t> a </a:t>
            </a:r>
            <a:r>
              <a:rPr lang="en-US" dirty="0" err="1"/>
              <a:t>comandos</a:t>
            </a:r>
            <a:r>
              <a:rPr lang="en-US" dirty="0"/>
              <a:t> de alto </a:t>
            </a:r>
            <a:r>
              <a:rPr lang="en-US" dirty="0" err="1"/>
              <a:t>nivel</a:t>
            </a:r>
            <a:r>
              <a:rPr lang="en-US" dirty="0"/>
              <a:t>, </a:t>
            </a:r>
            <a:r>
              <a:rPr lang="en-US" dirty="0" err="1"/>
              <a:t>simplificando</a:t>
            </a:r>
            <a:r>
              <a:rPr lang="en-US" dirty="0"/>
              <a:t> la </a:t>
            </a:r>
            <a:r>
              <a:rPr lang="en-US" dirty="0" err="1"/>
              <a:t>programación</a:t>
            </a:r>
            <a:r>
              <a:rPr lang="en-US" dirty="0"/>
              <a:t>.</a:t>
            </a:r>
          </a:p>
          <a:p>
            <a:r>
              <a:rPr lang="en-US" dirty="0"/>
              <a:t>-</a:t>
            </a:r>
            <a:r>
              <a:rPr lang="en-US" dirty="0" err="1"/>
              <a:t>Aquí</a:t>
            </a:r>
            <a:r>
              <a:rPr lang="en-US" dirty="0"/>
              <a:t> se </a:t>
            </a:r>
            <a:r>
              <a:rPr lang="en-US" dirty="0" err="1"/>
              <a:t>destaca</a:t>
            </a:r>
            <a:r>
              <a:rPr lang="en-US" dirty="0"/>
              <a:t>:</a:t>
            </a:r>
          </a:p>
          <a:p>
            <a:r>
              <a:rPr lang="en-US" dirty="0"/>
              <a:t>	el </a:t>
            </a:r>
            <a:r>
              <a:rPr lang="en-US" dirty="0" err="1"/>
              <a:t>estado</a:t>
            </a:r>
            <a:r>
              <a:rPr lang="en-US" dirty="0"/>
              <a:t> </a:t>
            </a:r>
            <a:r>
              <a:rPr lang="en-US" dirty="0" err="1"/>
              <a:t>intrínsico</a:t>
            </a:r>
            <a:r>
              <a:rPr lang="en-US" dirty="0"/>
              <a:t> del monitor con </a:t>
            </a:r>
            <a:r>
              <a:rPr lang="en-US" dirty="0" err="1"/>
              <a:t>su</a:t>
            </a:r>
            <a:r>
              <a:rPr lang="en-US" dirty="0"/>
              <a:t> </a:t>
            </a:r>
            <a:r>
              <a:rPr lang="en-US" dirty="0" err="1"/>
              <a:t>propia</a:t>
            </a:r>
            <a:r>
              <a:rPr lang="en-US" dirty="0"/>
              <a:t> </a:t>
            </a:r>
            <a:r>
              <a:rPr lang="en-US" dirty="0" err="1"/>
              <a:t>maquina</a:t>
            </a:r>
            <a:r>
              <a:rPr lang="en-US" dirty="0"/>
              <a:t> de </a:t>
            </a:r>
            <a:r>
              <a:rPr lang="en-US" dirty="0" err="1"/>
              <a:t>estados</a:t>
            </a:r>
            <a:r>
              <a:rPr lang="en-US" dirty="0"/>
              <a:t>,</a:t>
            </a:r>
          </a:p>
          <a:p>
            <a:r>
              <a:rPr lang="en-US" dirty="0"/>
              <a:t>	el </a:t>
            </a:r>
            <a:r>
              <a:rPr lang="en-US" dirty="0" err="1"/>
              <a:t>tipo</a:t>
            </a:r>
            <a:r>
              <a:rPr lang="en-US" dirty="0"/>
              <a:t> de acceso </a:t>
            </a:r>
            <a:r>
              <a:rPr lang="en-US" dirty="0" err="1"/>
              <a:t>en</a:t>
            </a:r>
            <a:r>
              <a:rPr lang="en-US" dirty="0"/>
              <a:t> </a:t>
            </a:r>
            <a:r>
              <a:rPr lang="en-US" dirty="0" err="1"/>
              <a:t>lectura</a:t>
            </a:r>
            <a:r>
              <a:rPr lang="en-US" dirty="0"/>
              <a:t>/</a:t>
            </a:r>
            <a:r>
              <a:rPr lang="en-US" dirty="0" err="1"/>
              <a:t>escritura</a:t>
            </a:r>
            <a:r>
              <a:rPr lang="en-US" dirty="0"/>
              <a:t> del </a:t>
            </a:r>
            <a:r>
              <a:rPr lang="en-US" dirty="0" err="1"/>
              <a:t>registro</a:t>
            </a:r>
            <a:r>
              <a:rPr lang="en-US" dirty="0"/>
              <a:t>, </a:t>
            </a:r>
          </a:p>
          <a:p>
            <a:r>
              <a:rPr lang="en-US" dirty="0"/>
              <a:t>	el </a:t>
            </a:r>
            <a:r>
              <a:rPr lang="en-US" dirty="0" err="1"/>
              <a:t>tipo</a:t>
            </a:r>
            <a:r>
              <a:rPr lang="en-US" dirty="0"/>
              <a:t> de memoria del </a:t>
            </a:r>
            <a:r>
              <a:rPr lang="en-US" dirty="0" err="1"/>
              <a:t>registro</a:t>
            </a:r>
            <a:r>
              <a:rPr lang="en-US" dirty="0"/>
              <a:t> </a:t>
            </a:r>
          </a:p>
          <a:p>
            <a:r>
              <a:rPr lang="en-US" dirty="0"/>
              <a:t>	</a:t>
            </a:r>
            <a:r>
              <a:rPr lang="en-US" dirty="0" err="1"/>
              <a:t>estructura</a:t>
            </a:r>
            <a:r>
              <a:rPr lang="en-US" dirty="0"/>
              <a:t> para </a:t>
            </a:r>
            <a:r>
              <a:rPr lang="en-US" dirty="0" err="1"/>
              <a:t>identificar</a:t>
            </a:r>
            <a:r>
              <a:rPr lang="en-US" dirty="0"/>
              <a:t> </a:t>
            </a:r>
            <a:r>
              <a:rPr lang="en-US" dirty="0" err="1"/>
              <a:t>cada</a:t>
            </a:r>
            <a:r>
              <a:rPr lang="en-US" dirty="0"/>
              <a:t> </a:t>
            </a:r>
            <a:r>
              <a:rPr lang="en-US" dirty="0" err="1"/>
              <a:t>instruccion</a:t>
            </a:r>
            <a:endParaRPr lang="en-US" dirty="0"/>
          </a:p>
          <a:p>
            <a:r>
              <a:rPr lang="en-US" dirty="0"/>
              <a:t>	</a:t>
            </a:r>
            <a:r>
              <a:rPr lang="en-US" dirty="0" err="1"/>
              <a:t>estructura</a:t>
            </a:r>
            <a:r>
              <a:rPr lang="en-US" dirty="0"/>
              <a:t> para </a:t>
            </a:r>
            <a:r>
              <a:rPr lang="en-US" dirty="0" err="1"/>
              <a:t>manejar</a:t>
            </a:r>
            <a:r>
              <a:rPr lang="en-US" dirty="0"/>
              <a:t> </a:t>
            </a:r>
            <a:r>
              <a:rPr lang="en-US" dirty="0" err="1"/>
              <a:t>cada</a:t>
            </a:r>
            <a:r>
              <a:rPr lang="en-US" dirty="0"/>
              <a:t> </a:t>
            </a:r>
            <a:r>
              <a:rPr lang="en-US" dirty="0" err="1"/>
              <a:t>paquete</a:t>
            </a:r>
            <a:r>
              <a:rPr lang="en-US" dirty="0"/>
              <a:t> de </a:t>
            </a:r>
            <a:r>
              <a:rPr lang="en-US" dirty="0" err="1"/>
              <a:t>datos</a:t>
            </a:r>
            <a:endParaRPr lang="en-US" dirty="0"/>
          </a:p>
          <a:p>
            <a:r>
              <a:rPr lang="en-US" dirty="0"/>
              <a:t>	</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20</a:t>
            </a:fld>
            <a:endParaRPr lang="es-CL"/>
          </a:p>
        </p:txBody>
      </p:sp>
    </p:spTree>
    <p:extLst>
      <p:ext uri="{BB962C8B-B14F-4D97-AF65-F5344CB8AC3E}">
        <p14:creationId xmlns:p14="http://schemas.microsoft.com/office/powerpoint/2010/main" val="405786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-En el monitor de </a:t>
            </a:r>
            <a:r>
              <a:rPr lang="en-US" dirty="0" err="1"/>
              <a:t>batería</a:t>
            </a:r>
            <a:r>
              <a:rPr lang="en-US" dirty="0"/>
              <a:t>, las </a:t>
            </a:r>
            <a:r>
              <a:rPr lang="en-US" dirty="0" err="1"/>
              <a:t>diferentes</a:t>
            </a:r>
            <a:r>
              <a:rPr lang="en-US" dirty="0"/>
              <a:t> </a:t>
            </a:r>
            <a:r>
              <a:rPr lang="en-US" dirty="0" err="1"/>
              <a:t>protecciónes</a:t>
            </a:r>
            <a:r>
              <a:rPr lang="en-US" dirty="0"/>
              <a:t> </a:t>
            </a:r>
            <a:r>
              <a:rPr lang="en-US" dirty="0" err="1"/>
              <a:t>informan</a:t>
            </a:r>
            <a:r>
              <a:rPr lang="en-US" dirty="0"/>
              <a:t> al MCU </a:t>
            </a:r>
            <a:r>
              <a:rPr lang="en-US" dirty="0" err="1"/>
              <a:t>condiciones</a:t>
            </a:r>
            <a:r>
              <a:rPr lang="en-US" dirty="0"/>
              <a:t> de:</a:t>
            </a:r>
          </a:p>
          <a:p>
            <a:r>
              <a:rPr lang="en-US" dirty="0"/>
              <a:t>	</a:t>
            </a:r>
            <a:r>
              <a:rPr lang="en-US" dirty="0" err="1"/>
              <a:t>falla</a:t>
            </a:r>
            <a:r>
              <a:rPr lang="en-US" dirty="0"/>
              <a:t>, </a:t>
            </a:r>
            <a:r>
              <a:rPr lang="en-US" dirty="0" err="1"/>
              <a:t>impedirán</a:t>
            </a:r>
            <a:r>
              <a:rPr lang="en-US" dirty="0"/>
              <a:t> de manera </a:t>
            </a:r>
            <a:r>
              <a:rPr lang="en-US" dirty="0" err="1"/>
              <a:t>autónoma</a:t>
            </a:r>
            <a:r>
              <a:rPr lang="en-US" dirty="0"/>
              <a:t> el </a:t>
            </a:r>
            <a:r>
              <a:rPr lang="en-US" dirty="0" err="1"/>
              <a:t>flujo</a:t>
            </a:r>
            <a:r>
              <a:rPr lang="en-US" dirty="0"/>
              <a:t> de Corriente desde la </a:t>
            </a:r>
            <a:r>
              <a:rPr lang="en-US" dirty="0" err="1"/>
              <a:t>batería</a:t>
            </a:r>
            <a:r>
              <a:rPr lang="en-US" dirty="0"/>
              <a:t>,</a:t>
            </a:r>
          </a:p>
          <a:p>
            <a:r>
              <a:rPr lang="en-US" dirty="0"/>
              <a:t>	</a:t>
            </a:r>
            <a:r>
              <a:rPr lang="en-US" dirty="0" err="1"/>
              <a:t>mientras</a:t>
            </a:r>
            <a:r>
              <a:rPr lang="en-US" dirty="0"/>
              <a:t> </a:t>
            </a:r>
            <a:r>
              <a:rPr lang="en-US" dirty="0" err="1"/>
              <a:t>que</a:t>
            </a:r>
            <a:r>
              <a:rPr lang="en-US" dirty="0"/>
              <a:t> las </a:t>
            </a:r>
            <a:r>
              <a:rPr lang="en-US" dirty="0" err="1"/>
              <a:t>condiciones</a:t>
            </a:r>
            <a:r>
              <a:rPr lang="en-US" dirty="0"/>
              <a:t> de </a:t>
            </a:r>
            <a:r>
              <a:rPr lang="en-US" dirty="0" err="1"/>
              <a:t>alerta</a:t>
            </a:r>
            <a:r>
              <a:rPr lang="en-US" dirty="0"/>
              <a:t>, </a:t>
            </a:r>
            <a:r>
              <a:rPr lang="en-US" dirty="0" err="1"/>
              <a:t>relegan</a:t>
            </a:r>
            <a:r>
              <a:rPr lang="en-US" dirty="0"/>
              <a:t> la </a:t>
            </a:r>
            <a:r>
              <a:rPr lang="en-US" dirty="0" err="1"/>
              <a:t>interrupción</a:t>
            </a:r>
            <a:r>
              <a:rPr lang="en-US" dirty="0"/>
              <a:t> al MCU.</a:t>
            </a:r>
          </a:p>
          <a:p>
            <a:r>
              <a:rPr lang="en-US" dirty="0"/>
              <a:t>-Para </a:t>
            </a:r>
            <a:r>
              <a:rPr lang="en-US" dirty="0" err="1"/>
              <a:t>encasillar</a:t>
            </a:r>
            <a:r>
              <a:rPr lang="en-US" dirty="0"/>
              <a:t> </a:t>
            </a:r>
            <a:r>
              <a:rPr lang="en-US" dirty="0" err="1"/>
              <a:t>cualitativamente</a:t>
            </a:r>
            <a:r>
              <a:rPr lang="en-US" dirty="0"/>
              <a:t> el </a:t>
            </a:r>
            <a:r>
              <a:rPr lang="en-US" dirty="0" err="1"/>
              <a:t>estado</a:t>
            </a:r>
            <a:r>
              <a:rPr lang="en-US" dirty="0"/>
              <a:t> del robot, se </a:t>
            </a:r>
            <a:r>
              <a:rPr lang="en-US" dirty="0" err="1"/>
              <a:t>trabaja</a:t>
            </a:r>
            <a:r>
              <a:rPr lang="en-US" dirty="0"/>
              <a:t> con </a:t>
            </a:r>
            <a:r>
              <a:rPr lang="en-US" dirty="0" err="1"/>
              <a:t>una</a:t>
            </a:r>
            <a:r>
              <a:rPr lang="en-US" dirty="0"/>
              <a:t> </a:t>
            </a:r>
            <a:r>
              <a:rPr lang="en-US" dirty="0" err="1"/>
              <a:t>máquina</a:t>
            </a:r>
            <a:r>
              <a:rPr lang="en-US" dirty="0"/>
              <a:t> de </a:t>
            </a:r>
            <a:r>
              <a:rPr lang="en-US" dirty="0" err="1"/>
              <a:t>estados</a:t>
            </a:r>
            <a:r>
              <a:rPr lang="en-US" dirty="0"/>
              <a:t> </a:t>
            </a:r>
            <a:r>
              <a:rPr lang="en-US" dirty="0" err="1"/>
              <a:t>que</a:t>
            </a:r>
            <a:r>
              <a:rPr lang="en-US" dirty="0"/>
              <a:t> indica visual y </a:t>
            </a:r>
            <a:r>
              <a:rPr lang="en-US" dirty="0" err="1"/>
              <a:t>sonoramente</a:t>
            </a:r>
            <a:r>
              <a:rPr lang="en-US" dirty="0"/>
              <a:t> </a:t>
            </a:r>
            <a:r>
              <a:rPr lang="en-US" dirty="0" err="1"/>
              <a:t>si</a:t>
            </a:r>
            <a:r>
              <a:rPr lang="en-US" dirty="0"/>
              <a:t> el robot</a:t>
            </a:r>
          </a:p>
          <a:p>
            <a:r>
              <a:rPr lang="en-US" dirty="0"/>
              <a:t>	Espera: 	se está </a:t>
            </a:r>
            <a:r>
              <a:rPr lang="en-US" dirty="0" err="1"/>
              <a:t>energizado</a:t>
            </a:r>
            <a:r>
              <a:rPr lang="en-US" dirty="0"/>
              <a:t> y a la </a:t>
            </a:r>
            <a:r>
              <a:rPr lang="en-US" dirty="0" err="1"/>
              <a:t>espera</a:t>
            </a:r>
            <a:r>
              <a:rPr lang="en-US" dirty="0"/>
              <a:t> de alguna </a:t>
            </a:r>
            <a:r>
              <a:rPr lang="en-US" dirty="0" err="1"/>
              <a:t>instrucción</a:t>
            </a:r>
            <a:r>
              <a:rPr lang="en-US" dirty="0"/>
              <a:t>,</a:t>
            </a:r>
          </a:p>
          <a:p>
            <a:r>
              <a:rPr lang="en-US" dirty="0"/>
              <a:t>	Ocupado: 	se </a:t>
            </a:r>
            <a:r>
              <a:rPr lang="en-US" dirty="0" err="1"/>
              <a:t>encuentra</a:t>
            </a:r>
            <a:r>
              <a:rPr lang="en-US" dirty="0"/>
              <a:t> </a:t>
            </a:r>
            <a:r>
              <a:rPr lang="en-US" dirty="0" err="1"/>
              <a:t>ejecutando</a:t>
            </a:r>
            <a:r>
              <a:rPr lang="en-US" dirty="0"/>
              <a:t> </a:t>
            </a:r>
            <a:r>
              <a:rPr lang="en-US" dirty="0" err="1"/>
              <a:t>una</a:t>
            </a:r>
            <a:r>
              <a:rPr lang="en-US" dirty="0"/>
              <a:t> </a:t>
            </a:r>
            <a:r>
              <a:rPr lang="en-US" dirty="0" err="1"/>
              <a:t>rutina</a:t>
            </a:r>
            <a:r>
              <a:rPr lang="en-US" dirty="0"/>
              <a:t>,</a:t>
            </a:r>
          </a:p>
          <a:p>
            <a:r>
              <a:rPr lang="en-US" dirty="0"/>
              <a:t>	</a:t>
            </a:r>
            <a:r>
              <a:rPr lang="en-US" dirty="0" err="1"/>
              <a:t>Alerta</a:t>
            </a:r>
            <a:r>
              <a:rPr lang="en-US" dirty="0"/>
              <a:t>:	está </a:t>
            </a:r>
            <a:r>
              <a:rPr lang="en-US" dirty="0" err="1"/>
              <a:t>resolviendo</a:t>
            </a:r>
            <a:r>
              <a:rPr lang="en-US" dirty="0"/>
              <a:t> un interrupt o ha </a:t>
            </a:r>
            <a:r>
              <a:rPr lang="en-US" dirty="0" err="1"/>
              <a:t>detectado</a:t>
            </a:r>
            <a:r>
              <a:rPr lang="en-US" dirty="0"/>
              <a:t> algun </a:t>
            </a:r>
            <a:r>
              <a:rPr lang="en-US" dirty="0" err="1"/>
              <a:t>parámetro</a:t>
            </a:r>
            <a:r>
              <a:rPr lang="en-US" dirty="0"/>
              <a:t> fuera de </a:t>
            </a:r>
            <a:r>
              <a:rPr lang="en-US" dirty="0" err="1"/>
              <a:t>seguridad</a:t>
            </a:r>
            <a:endParaRPr lang="en-US" dirty="0"/>
          </a:p>
          <a:p>
            <a:r>
              <a:rPr lang="en-US" dirty="0"/>
              <a:t>	Error:	ha </a:t>
            </a:r>
            <a:r>
              <a:rPr lang="en-US" dirty="0" err="1"/>
              <a:t>presentado</a:t>
            </a:r>
            <a:r>
              <a:rPr lang="en-US" dirty="0"/>
              <a:t> </a:t>
            </a:r>
            <a:r>
              <a:rPr lang="en-US" dirty="0" err="1"/>
              <a:t>una</a:t>
            </a:r>
            <a:r>
              <a:rPr lang="en-US" dirty="0"/>
              <a:t> </a:t>
            </a:r>
            <a:r>
              <a:rPr lang="en-US" dirty="0" err="1"/>
              <a:t>falla</a:t>
            </a:r>
            <a:endParaRPr lang="en-US" dirty="0"/>
          </a:p>
          <a:p>
            <a:endParaRPr lang="en-US" dirty="0"/>
          </a:p>
        </p:txBody>
      </p:sp>
      <p:sp>
        <p:nvSpPr>
          <p:cNvPr id="4" name="Slide Number Placeholder 3"/>
          <p:cNvSpPr>
            <a:spLocks noGrp="1"/>
          </p:cNvSpPr>
          <p:nvPr>
            <p:ph type="sldNum" sz="quarter" idx="5"/>
          </p:nvPr>
        </p:nvSpPr>
        <p:spPr/>
        <p:txBody>
          <a:bodyPr/>
          <a:lstStyle/>
          <a:p>
            <a:fld id="{8C0B9996-D9CA-462D-97C3-C7724DF66AF1}" type="slidenum">
              <a:rPr lang="es-CL" smtClean="0"/>
              <a:t>21</a:t>
            </a:fld>
            <a:endParaRPr lang="es-CL"/>
          </a:p>
        </p:txBody>
      </p:sp>
    </p:spTree>
    <p:extLst>
      <p:ext uri="{BB962C8B-B14F-4D97-AF65-F5344CB8AC3E}">
        <p14:creationId xmlns:p14="http://schemas.microsoft.com/office/powerpoint/2010/main" val="407769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t>
            </a:r>
            <a:r>
              <a:rPr lang="en-US" dirty="0" err="1"/>
              <a:t>verificar</a:t>
            </a:r>
            <a:r>
              <a:rPr lang="en-US" dirty="0"/>
              <a:t> </a:t>
            </a:r>
            <a:r>
              <a:rPr lang="en-US" dirty="0" err="1"/>
              <a:t>que</a:t>
            </a:r>
            <a:r>
              <a:rPr lang="en-US" dirty="0"/>
              <a:t> el convertidor Buck sea </a:t>
            </a:r>
            <a:r>
              <a:rPr lang="en-US" dirty="0" err="1"/>
              <a:t>capaz</a:t>
            </a:r>
            <a:r>
              <a:rPr lang="en-US" dirty="0"/>
              <a:t> de </a:t>
            </a:r>
            <a:r>
              <a:rPr lang="en-US" dirty="0" err="1"/>
              <a:t>soportar</a:t>
            </a:r>
            <a:r>
              <a:rPr lang="en-US" dirty="0"/>
              <a:t> un </a:t>
            </a:r>
            <a:r>
              <a:rPr lang="en-US" dirty="0" err="1"/>
              <a:t>impacto</a:t>
            </a:r>
            <a:r>
              <a:rPr lang="en-US" dirty="0"/>
              <a:t> de carga </a:t>
            </a:r>
            <a:r>
              <a:rPr lang="en-US" dirty="0" err="1"/>
              <a:t>máxima</a:t>
            </a:r>
            <a:r>
              <a:rPr lang="en-US" dirty="0"/>
              <a:t> </a:t>
            </a:r>
            <a:r>
              <a:rPr lang="en-US" dirty="0" err="1"/>
              <a:t>estipulada</a:t>
            </a:r>
            <a:r>
              <a:rPr lang="en-US" dirty="0"/>
              <a:t>, se </a:t>
            </a:r>
            <a:r>
              <a:rPr lang="en-US" dirty="0" err="1"/>
              <a:t>realiza</a:t>
            </a:r>
            <a:r>
              <a:rPr lang="en-US" dirty="0"/>
              <a:t> </a:t>
            </a:r>
            <a:r>
              <a:rPr lang="en-US" dirty="0" err="1"/>
              <a:t>una</a:t>
            </a:r>
            <a:r>
              <a:rPr lang="en-US" dirty="0"/>
              <a:t> </a:t>
            </a:r>
            <a:r>
              <a:rPr lang="en-US" dirty="0" err="1"/>
              <a:t>prueba</a:t>
            </a:r>
            <a:r>
              <a:rPr lang="en-US" dirty="0"/>
              <a:t> </a:t>
            </a:r>
            <a:r>
              <a:rPr lang="en-US" dirty="0" err="1"/>
              <a:t>colocando</a:t>
            </a:r>
            <a:r>
              <a:rPr lang="en-US" dirty="0"/>
              <a:t> </a:t>
            </a:r>
            <a:r>
              <a:rPr lang="en-US" dirty="0" err="1"/>
              <a:t>una</a:t>
            </a:r>
            <a:r>
              <a:rPr lang="en-US" dirty="0"/>
              <a:t> carga resistive </a:t>
            </a:r>
            <a:r>
              <a:rPr lang="en-US" dirty="0" err="1"/>
              <a:t>tal</a:t>
            </a:r>
            <a:r>
              <a:rPr lang="en-US" dirty="0"/>
              <a:t> </a:t>
            </a:r>
            <a:r>
              <a:rPr lang="en-US" dirty="0" err="1"/>
              <a:t>que</a:t>
            </a:r>
            <a:r>
              <a:rPr lang="en-US" dirty="0"/>
              <a:t> la Corriente </a:t>
            </a:r>
            <a:r>
              <a:rPr lang="en-US" dirty="0" err="1"/>
              <a:t>suministrada</a:t>
            </a:r>
            <a:r>
              <a:rPr lang="en-US" dirty="0"/>
              <a:t> sea 3.733[A].</a:t>
            </a:r>
          </a:p>
          <a:p>
            <a:r>
              <a:rPr lang="en-US" dirty="0"/>
              <a:t>-Con la ayuda del </a:t>
            </a:r>
            <a:r>
              <a:rPr lang="en-US" dirty="0" err="1"/>
              <a:t>osciloscopio</a:t>
            </a:r>
            <a:r>
              <a:rPr lang="en-US" dirty="0"/>
              <a:t> se </a:t>
            </a:r>
            <a:r>
              <a:rPr lang="en-US" dirty="0" err="1"/>
              <a:t>verifica</a:t>
            </a:r>
            <a:r>
              <a:rPr lang="en-US" dirty="0"/>
              <a:t> </a:t>
            </a:r>
            <a:r>
              <a:rPr lang="en-US" dirty="0" err="1"/>
              <a:t>que</a:t>
            </a:r>
            <a:r>
              <a:rPr lang="en-US" dirty="0"/>
              <a:t> la </a:t>
            </a:r>
            <a:r>
              <a:rPr lang="en-US" dirty="0" err="1"/>
              <a:t>caida</a:t>
            </a:r>
            <a:r>
              <a:rPr lang="en-US" dirty="0"/>
              <a:t> de tensión no sea </a:t>
            </a:r>
            <a:r>
              <a:rPr lang="en-US" dirty="0" err="1"/>
              <a:t>tán</a:t>
            </a:r>
            <a:r>
              <a:rPr lang="en-US" dirty="0"/>
              <a:t> </a:t>
            </a:r>
            <a:r>
              <a:rPr lang="en-US" dirty="0" err="1"/>
              <a:t>dramática</a:t>
            </a:r>
            <a:r>
              <a:rPr lang="en-US" dirty="0"/>
              <a:t> y el tiempo de respuesta sea </a:t>
            </a:r>
            <a:r>
              <a:rPr lang="en-US" dirty="0" err="1"/>
              <a:t>rápido</a:t>
            </a:r>
            <a:r>
              <a:rPr lang="en-US" dirty="0"/>
              <a:t> </a:t>
            </a:r>
            <a:r>
              <a:rPr lang="en-US" dirty="0" err="1"/>
              <a:t>en</a:t>
            </a:r>
            <a:r>
              <a:rPr lang="en-US" dirty="0"/>
              <a:t> </a:t>
            </a:r>
            <a:r>
              <a:rPr lang="en-US" dirty="0" err="1"/>
              <a:t>establecerse</a:t>
            </a:r>
            <a:r>
              <a:rPr lang="en-US" dirty="0"/>
              <a:t> </a:t>
            </a:r>
            <a:r>
              <a:rPr lang="en-US" dirty="0" err="1"/>
              <a:t>en</a:t>
            </a:r>
            <a:r>
              <a:rPr lang="en-US" dirty="0"/>
              <a:t> la </a:t>
            </a:r>
            <a:r>
              <a:rPr lang="en-US" dirty="0" err="1"/>
              <a:t>nueva</a:t>
            </a:r>
            <a:r>
              <a:rPr lang="en-US" dirty="0"/>
              <a:t> </a:t>
            </a:r>
            <a:r>
              <a:rPr lang="en-US" dirty="0" err="1"/>
              <a:t>condicion</a:t>
            </a:r>
            <a:r>
              <a:rPr lang="en-US" dirty="0"/>
              <a:t> de </a:t>
            </a:r>
            <a:r>
              <a:rPr lang="en-US" dirty="0" err="1"/>
              <a:t>operación</a:t>
            </a:r>
            <a:r>
              <a:rPr lang="en-US" dirty="0"/>
              <a:t>.</a:t>
            </a:r>
          </a:p>
          <a:p>
            <a:r>
              <a:rPr lang="en-US" dirty="0"/>
              <a:t>-La del </a:t>
            </a:r>
            <a:r>
              <a:rPr lang="en-US" dirty="0" err="1"/>
              <a:t>transiente</a:t>
            </a:r>
            <a:r>
              <a:rPr lang="en-US" dirty="0"/>
              <a:t> no es muy </a:t>
            </a:r>
            <a:r>
              <a:rPr lang="en-US" dirty="0" err="1"/>
              <a:t>dramática</a:t>
            </a:r>
            <a:r>
              <a:rPr lang="en-US" dirty="0"/>
              <a:t> para la aplicación, de ser </a:t>
            </a:r>
            <a:r>
              <a:rPr lang="en-US" dirty="0" err="1"/>
              <a:t>más</a:t>
            </a:r>
            <a:r>
              <a:rPr lang="en-US" dirty="0"/>
              <a:t> lenta o con menos </a:t>
            </a:r>
            <a:r>
              <a:rPr lang="en-US" dirty="0" err="1"/>
              <a:t>estabilidad</a:t>
            </a:r>
            <a:r>
              <a:rPr lang="en-US" dirty="0"/>
              <a:t>, podria </a:t>
            </a:r>
            <a:r>
              <a:rPr lang="en-US" dirty="0" err="1"/>
              <a:t>hacerse</a:t>
            </a:r>
            <a:r>
              <a:rPr lang="en-US" dirty="0"/>
              <a:t> un </a:t>
            </a:r>
            <a:r>
              <a:rPr lang="en-US" dirty="0" err="1"/>
              <a:t>análisis</a:t>
            </a:r>
            <a:r>
              <a:rPr lang="en-US" dirty="0"/>
              <a:t> con </a:t>
            </a:r>
            <a:r>
              <a:rPr lang="en-US" dirty="0" err="1"/>
              <a:t>inyección</a:t>
            </a:r>
            <a:r>
              <a:rPr lang="en-US" dirty="0"/>
              <a:t> de </a:t>
            </a:r>
            <a:r>
              <a:rPr lang="en-US" dirty="0" err="1"/>
              <a:t>pequeña</a:t>
            </a:r>
            <a:r>
              <a:rPr lang="en-US" dirty="0"/>
              <a:t> señal para </a:t>
            </a:r>
            <a:r>
              <a:rPr lang="en-US" dirty="0" err="1"/>
              <a:t>investigar</a:t>
            </a:r>
            <a:r>
              <a:rPr lang="en-US" dirty="0"/>
              <a:t> la </a:t>
            </a:r>
            <a:r>
              <a:rPr lang="en-US" dirty="0" err="1"/>
              <a:t>función</a:t>
            </a:r>
            <a:r>
              <a:rPr lang="en-US" dirty="0"/>
              <a:t> de </a:t>
            </a:r>
            <a:r>
              <a:rPr lang="en-US" dirty="0" err="1"/>
              <a:t>transferencia</a:t>
            </a:r>
            <a:r>
              <a:rPr lang="en-US" dirty="0"/>
              <a:t> </a:t>
            </a:r>
            <a:r>
              <a:rPr lang="en-US" dirty="0" err="1"/>
              <a:t>que</a:t>
            </a:r>
            <a:r>
              <a:rPr lang="en-US" dirty="0"/>
              <a:t> </a:t>
            </a:r>
            <a:r>
              <a:rPr lang="en-US" dirty="0" err="1"/>
              <a:t>tiene</a:t>
            </a:r>
            <a:r>
              <a:rPr lang="en-US" dirty="0"/>
              <a:t> el </a:t>
            </a:r>
            <a:r>
              <a:rPr lang="en-US" dirty="0" err="1"/>
              <a:t>sistema</a:t>
            </a:r>
            <a:r>
              <a:rPr lang="en-US" dirty="0"/>
              <a:t> y </a:t>
            </a:r>
            <a:r>
              <a:rPr lang="en-US" dirty="0" err="1"/>
              <a:t>modificar</a:t>
            </a:r>
            <a:r>
              <a:rPr lang="en-US" dirty="0"/>
              <a:t> </a:t>
            </a:r>
            <a:r>
              <a:rPr lang="en-US" dirty="0" err="1"/>
              <a:t>los</a:t>
            </a:r>
            <a:r>
              <a:rPr lang="en-US" dirty="0"/>
              <a:t> componentes de </a:t>
            </a:r>
            <a:r>
              <a:rPr lang="en-US" dirty="0" err="1"/>
              <a:t>compensación</a:t>
            </a:r>
            <a:r>
              <a:rPr lang="en-US" dirty="0"/>
              <a:t>.</a:t>
            </a:r>
          </a:p>
          <a:p>
            <a:r>
              <a:rPr lang="en-US" dirty="0"/>
              <a:t>-La </a:t>
            </a:r>
            <a:r>
              <a:rPr lang="en-US" dirty="0" err="1"/>
              <a:t>conmutación</a:t>
            </a:r>
            <a:r>
              <a:rPr lang="en-US" dirty="0"/>
              <a:t> es </a:t>
            </a:r>
            <a:r>
              <a:rPr lang="en-US" dirty="0" err="1"/>
              <a:t>particularmente</a:t>
            </a:r>
            <a:r>
              <a:rPr lang="en-US" dirty="0"/>
              <a:t> </a:t>
            </a:r>
            <a:r>
              <a:rPr lang="en-US" dirty="0" err="1"/>
              <a:t>abrupta</a:t>
            </a:r>
            <a:r>
              <a:rPr lang="en-US" dirty="0"/>
              <a:t>, utilizar componentes SMD de mejor Calidad o con </a:t>
            </a:r>
            <a:r>
              <a:rPr lang="en-US" dirty="0" err="1"/>
              <a:t>una</a:t>
            </a:r>
            <a:r>
              <a:rPr lang="en-US" dirty="0"/>
              <a:t> </a:t>
            </a:r>
            <a:r>
              <a:rPr lang="en-US" dirty="0" err="1"/>
              <a:t>resistencia</a:t>
            </a:r>
            <a:r>
              <a:rPr lang="en-US" dirty="0"/>
              <a:t> </a:t>
            </a:r>
            <a:r>
              <a:rPr lang="en-US" dirty="0" err="1"/>
              <a:t>equivalente</a:t>
            </a:r>
            <a:r>
              <a:rPr lang="en-US" dirty="0"/>
              <a:t> </a:t>
            </a:r>
            <a:r>
              <a:rPr lang="en-US" dirty="0" err="1"/>
              <a:t>en</a:t>
            </a:r>
            <a:r>
              <a:rPr lang="en-US" dirty="0"/>
              <a:t> </a:t>
            </a:r>
            <a:r>
              <a:rPr lang="en-US" dirty="0" err="1"/>
              <a:t>serie</a:t>
            </a:r>
            <a:r>
              <a:rPr lang="en-US" dirty="0"/>
              <a:t> mas </a:t>
            </a:r>
            <a:r>
              <a:rPr lang="en-US" dirty="0" err="1"/>
              <a:t>pequeña</a:t>
            </a:r>
            <a:r>
              <a:rPr lang="en-US" dirty="0"/>
              <a:t>, </a:t>
            </a:r>
            <a:r>
              <a:rPr lang="en-US" dirty="0" err="1"/>
              <a:t>ayudarían</a:t>
            </a:r>
            <a:r>
              <a:rPr lang="en-US" dirty="0"/>
              <a:t> a </a:t>
            </a:r>
            <a:r>
              <a:rPr lang="en-US" dirty="0" err="1"/>
              <a:t>percibir</a:t>
            </a:r>
            <a:r>
              <a:rPr lang="en-US" dirty="0"/>
              <a:t> </a:t>
            </a:r>
            <a:r>
              <a:rPr lang="en-US" dirty="0" err="1"/>
              <a:t>una</a:t>
            </a:r>
            <a:r>
              <a:rPr lang="en-US" dirty="0"/>
              <a:t> </a:t>
            </a:r>
            <a:r>
              <a:rPr lang="en-US" dirty="0" err="1"/>
              <a:t>onda</a:t>
            </a:r>
            <a:r>
              <a:rPr lang="en-US" dirty="0"/>
              <a:t> mas </a:t>
            </a:r>
            <a:r>
              <a:rPr lang="en-US" dirty="0" err="1"/>
              <a:t>amortiguada</a:t>
            </a:r>
            <a:r>
              <a:rPr lang="en-US" dirty="0"/>
              <a:t>.</a:t>
            </a:r>
          </a:p>
          <a:p>
            <a:r>
              <a:rPr lang="en-US" dirty="0"/>
              <a:t>-La </a:t>
            </a:r>
            <a:r>
              <a:rPr lang="en-US" dirty="0" err="1"/>
              <a:t>conmutación</a:t>
            </a:r>
            <a:r>
              <a:rPr lang="en-US" dirty="0"/>
              <a:t> es muy </a:t>
            </a:r>
            <a:r>
              <a:rPr lang="en-US" dirty="0" err="1"/>
              <a:t>agresiva</a:t>
            </a:r>
            <a:r>
              <a:rPr lang="en-US" dirty="0"/>
              <a:t> </a:t>
            </a:r>
            <a:r>
              <a:rPr lang="en-US" dirty="0" err="1"/>
              <a:t>en</a:t>
            </a:r>
            <a:r>
              <a:rPr lang="en-US" dirty="0"/>
              <a:t> la entrada del convertidor, esto </a:t>
            </a:r>
            <a:r>
              <a:rPr lang="en-US" dirty="0" err="1"/>
              <a:t>mejoraría</a:t>
            </a:r>
            <a:r>
              <a:rPr lang="en-US" dirty="0"/>
              <a:t> con componentes de mejor Calidad y características </a:t>
            </a:r>
            <a:r>
              <a:rPr lang="en-US" dirty="0" err="1"/>
              <a:t>conocidas</a:t>
            </a:r>
            <a:r>
              <a:rPr lang="en-US" dirty="0"/>
              <a:t>, al </a:t>
            </a:r>
            <a:r>
              <a:rPr lang="en-US" dirty="0" err="1"/>
              <a:t>aumentar</a:t>
            </a:r>
            <a:r>
              <a:rPr lang="en-US" dirty="0"/>
              <a:t> el capacitor de entrada se </a:t>
            </a:r>
            <a:r>
              <a:rPr lang="en-US" dirty="0" err="1"/>
              <a:t>disminuyo</a:t>
            </a:r>
            <a:r>
              <a:rPr lang="en-US" dirty="0"/>
              <a:t> la amplitude del rizado, </a:t>
            </a:r>
            <a:r>
              <a:rPr lang="en-US" dirty="0" err="1"/>
              <a:t>pero</a:t>
            </a:r>
            <a:r>
              <a:rPr lang="en-US" dirty="0"/>
              <a:t> no </a:t>
            </a:r>
            <a:r>
              <a:rPr lang="en-US" dirty="0" err="1"/>
              <a:t>su</a:t>
            </a:r>
            <a:r>
              <a:rPr lang="en-US" dirty="0"/>
              <a:t> </a:t>
            </a:r>
            <a:r>
              <a:rPr lang="en-US" dirty="0" err="1"/>
              <a:t>perfil</a:t>
            </a:r>
            <a:r>
              <a:rPr lang="en-US" dirty="0"/>
              <a:t> </a:t>
            </a:r>
            <a:r>
              <a:rPr lang="en-US" dirty="0" err="1"/>
              <a:t>abrupto</a:t>
            </a:r>
            <a:r>
              <a:rPr lang="en-US" dirty="0"/>
              <a:t>.</a:t>
            </a:r>
          </a:p>
          <a:p>
            <a:endParaRPr lang="en-US" dirty="0"/>
          </a:p>
          <a:p>
            <a:r>
              <a:rPr lang="en-US" dirty="0" err="1"/>
              <a:t>Resumen</a:t>
            </a:r>
            <a:r>
              <a:rPr lang="en-US" dirty="0"/>
              <a:t>:</a:t>
            </a:r>
          </a:p>
          <a:p>
            <a:r>
              <a:rPr lang="en-US" dirty="0"/>
              <a:t>-Convertidor buck puede </a:t>
            </a:r>
            <a:r>
              <a:rPr lang="en-US" dirty="0" err="1"/>
              <a:t>experimentar</a:t>
            </a:r>
            <a:r>
              <a:rPr lang="en-US" dirty="0"/>
              <a:t> </a:t>
            </a:r>
            <a:r>
              <a:rPr lang="en-US" dirty="0" err="1"/>
              <a:t>impactos</a:t>
            </a:r>
            <a:r>
              <a:rPr lang="en-US" dirty="0"/>
              <a:t> de carga, debe ser </a:t>
            </a:r>
            <a:r>
              <a:rPr lang="en-US" dirty="0" err="1"/>
              <a:t>capaz</a:t>
            </a:r>
            <a:r>
              <a:rPr lang="en-US" dirty="0"/>
              <a:t> de responder con </a:t>
            </a:r>
            <a:r>
              <a:rPr lang="en-US" dirty="0" err="1"/>
              <a:t>rapidez</a:t>
            </a:r>
            <a:endParaRPr lang="en-US" dirty="0"/>
          </a:p>
          <a:p>
            <a:r>
              <a:rPr lang="en-US" dirty="0"/>
              <a:t>-</a:t>
            </a:r>
          </a:p>
        </p:txBody>
      </p:sp>
      <p:sp>
        <p:nvSpPr>
          <p:cNvPr id="4" name="Slide Number Placeholder 3"/>
          <p:cNvSpPr>
            <a:spLocks noGrp="1"/>
          </p:cNvSpPr>
          <p:nvPr>
            <p:ph type="sldNum" sz="quarter" idx="5"/>
          </p:nvPr>
        </p:nvSpPr>
        <p:spPr/>
        <p:txBody>
          <a:bodyPr/>
          <a:lstStyle/>
          <a:p>
            <a:fld id="{8C0B9996-D9CA-462D-97C3-C7724DF66AF1}" type="slidenum">
              <a:rPr lang="es-CL" smtClean="0"/>
              <a:t>22</a:t>
            </a:fld>
            <a:endParaRPr lang="es-CL"/>
          </a:p>
        </p:txBody>
      </p:sp>
    </p:spTree>
    <p:extLst>
      <p:ext uri="{BB962C8B-B14F-4D97-AF65-F5344CB8AC3E}">
        <p14:creationId xmlns:p14="http://schemas.microsoft.com/office/powerpoint/2010/main" val="34928429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-Para </a:t>
            </a:r>
            <a:r>
              <a:rPr lang="en-US" dirty="0" err="1"/>
              <a:t>poder</a:t>
            </a:r>
            <a:r>
              <a:rPr lang="en-US" dirty="0"/>
              <a:t> </a:t>
            </a:r>
            <a:r>
              <a:rPr lang="en-US" dirty="0" err="1"/>
              <a:t>caracterizar</a:t>
            </a:r>
            <a:r>
              <a:rPr lang="en-US" dirty="0"/>
              <a:t> el modelo de la </a:t>
            </a:r>
            <a:r>
              <a:rPr lang="en-US" dirty="0" err="1"/>
              <a:t>batería</a:t>
            </a:r>
            <a:r>
              <a:rPr lang="en-US" dirty="0"/>
              <a:t> a utilizar, se </a:t>
            </a:r>
            <a:r>
              <a:rPr lang="en-US" dirty="0" err="1"/>
              <a:t>realizan</a:t>
            </a:r>
            <a:r>
              <a:rPr lang="en-US" dirty="0"/>
              <a:t> 3 </a:t>
            </a:r>
            <a:r>
              <a:rPr lang="en-US" dirty="0" err="1"/>
              <a:t>ensayos</a:t>
            </a:r>
            <a:r>
              <a:rPr lang="en-US" dirty="0"/>
              <a:t> de </a:t>
            </a:r>
            <a:r>
              <a:rPr lang="en-US" dirty="0" err="1"/>
              <a:t>descarga</a:t>
            </a:r>
            <a:r>
              <a:rPr lang="en-US" dirty="0"/>
              <a:t>,</a:t>
            </a:r>
          </a:p>
          <a:p>
            <a:r>
              <a:rPr lang="en-US" dirty="0"/>
              <a:t>	</a:t>
            </a:r>
            <a:r>
              <a:rPr lang="en-US" dirty="0" err="1"/>
              <a:t>en</a:t>
            </a:r>
            <a:r>
              <a:rPr lang="en-US" dirty="0"/>
              <a:t> el primero se hace </a:t>
            </a:r>
            <a:r>
              <a:rPr lang="en-US" dirty="0" err="1"/>
              <a:t>una</a:t>
            </a:r>
            <a:r>
              <a:rPr lang="en-US" dirty="0"/>
              <a:t> </a:t>
            </a:r>
            <a:r>
              <a:rPr lang="en-US" dirty="0" err="1"/>
              <a:t>descarga</a:t>
            </a:r>
            <a:r>
              <a:rPr lang="en-US" dirty="0"/>
              <a:t> breve de </a:t>
            </a:r>
            <a:r>
              <a:rPr lang="en-US" dirty="0" err="1"/>
              <a:t>alta</a:t>
            </a:r>
            <a:r>
              <a:rPr lang="en-US" dirty="0"/>
              <a:t> </a:t>
            </a:r>
            <a:r>
              <a:rPr lang="en-US" dirty="0" err="1"/>
              <a:t>corriente</a:t>
            </a:r>
            <a:r>
              <a:rPr lang="en-US" dirty="0"/>
              <a:t> , esta </a:t>
            </a:r>
            <a:r>
              <a:rPr lang="en-US" dirty="0" err="1"/>
              <a:t>permite</a:t>
            </a:r>
            <a:r>
              <a:rPr lang="en-US" dirty="0"/>
              <a:t> </a:t>
            </a:r>
            <a:r>
              <a:rPr lang="en-US" dirty="0" err="1"/>
              <a:t>obetener</a:t>
            </a:r>
            <a:r>
              <a:rPr lang="en-US" dirty="0"/>
              <a:t> la </a:t>
            </a:r>
            <a:r>
              <a:rPr lang="en-US" dirty="0" err="1"/>
              <a:t>resistencia</a:t>
            </a:r>
            <a:r>
              <a:rPr lang="en-US" dirty="0"/>
              <a:t> interna R_0</a:t>
            </a:r>
          </a:p>
          <a:p>
            <a:r>
              <a:rPr lang="en-US" dirty="0"/>
              <a:t>	</a:t>
            </a:r>
            <a:r>
              <a:rPr lang="en-US" dirty="0" err="1"/>
              <a:t>en</a:t>
            </a:r>
            <a:r>
              <a:rPr lang="en-US" dirty="0"/>
              <a:t> el Segundo, se hace </a:t>
            </a:r>
            <a:r>
              <a:rPr lang="en-US" dirty="0" err="1"/>
              <a:t>una</a:t>
            </a:r>
            <a:r>
              <a:rPr lang="en-US" dirty="0"/>
              <a:t> </a:t>
            </a:r>
            <a:r>
              <a:rPr lang="en-US" dirty="0" err="1"/>
              <a:t>descarga</a:t>
            </a:r>
            <a:r>
              <a:rPr lang="en-US" dirty="0"/>
              <a:t> </a:t>
            </a:r>
            <a:r>
              <a:rPr lang="en-US" dirty="0" err="1"/>
              <a:t>prolongada</a:t>
            </a:r>
            <a:r>
              <a:rPr lang="en-US" dirty="0"/>
              <a:t> de 20 minutos a 4 amperes y se </a:t>
            </a:r>
            <a:r>
              <a:rPr lang="en-US" dirty="0" err="1"/>
              <a:t>mide</a:t>
            </a:r>
            <a:r>
              <a:rPr lang="en-US" dirty="0"/>
              <a:t> la </a:t>
            </a:r>
            <a:r>
              <a:rPr lang="en-US" dirty="0" err="1"/>
              <a:t>batería</a:t>
            </a:r>
            <a:r>
              <a:rPr lang="en-US" dirty="0"/>
              <a:t> </a:t>
            </a:r>
            <a:r>
              <a:rPr lang="en-US" dirty="0" err="1"/>
              <a:t>en</a:t>
            </a:r>
            <a:r>
              <a:rPr lang="en-US" dirty="0"/>
              <a:t> </a:t>
            </a:r>
            <a:r>
              <a:rPr lang="en-US" dirty="0" err="1"/>
              <a:t>reposo</a:t>
            </a:r>
            <a:r>
              <a:rPr lang="en-US" dirty="0"/>
              <a:t> hasta </a:t>
            </a:r>
            <a:r>
              <a:rPr lang="en-US" dirty="0" err="1"/>
              <a:t>que</a:t>
            </a:r>
            <a:r>
              <a:rPr lang="en-US" dirty="0"/>
              <a:t> </a:t>
            </a:r>
            <a:r>
              <a:rPr lang="en-US" dirty="0" err="1"/>
              <a:t>haya</a:t>
            </a:r>
            <a:r>
              <a:rPr lang="en-US" dirty="0"/>
              <a:t> </a:t>
            </a:r>
            <a:r>
              <a:rPr lang="en-US" dirty="0" err="1"/>
              <a:t>repuesto</a:t>
            </a:r>
            <a:r>
              <a:rPr lang="en-US" dirty="0"/>
              <a:t> </a:t>
            </a:r>
            <a:r>
              <a:rPr lang="en-US" dirty="0" err="1"/>
              <a:t>los</a:t>
            </a:r>
            <a:r>
              <a:rPr lang="en-US" dirty="0"/>
              <a:t> </a:t>
            </a:r>
            <a:r>
              <a:rPr lang="en-US" dirty="0" err="1"/>
              <a:t>iones</a:t>
            </a:r>
            <a:r>
              <a:rPr lang="en-US" dirty="0"/>
              <a:t> </a:t>
            </a:r>
            <a:r>
              <a:rPr lang="en-US" dirty="0" err="1"/>
              <a:t>en</a:t>
            </a:r>
            <a:r>
              <a:rPr lang="en-US" dirty="0"/>
              <a:t> la </a:t>
            </a:r>
            <a:r>
              <a:rPr lang="en-US" dirty="0" err="1"/>
              <a:t>superficie</a:t>
            </a:r>
            <a:r>
              <a:rPr lang="en-US" dirty="0"/>
              <a:t> de </a:t>
            </a:r>
            <a:r>
              <a:rPr lang="en-US" dirty="0" err="1"/>
              <a:t>los</a:t>
            </a:r>
            <a:r>
              <a:rPr lang="en-US" dirty="0"/>
              <a:t> </a:t>
            </a:r>
            <a:r>
              <a:rPr lang="en-US" dirty="0" err="1"/>
              <a:t>electrodos</a:t>
            </a:r>
            <a:r>
              <a:rPr lang="en-US" dirty="0"/>
              <a:t> de </a:t>
            </a:r>
            <a:r>
              <a:rPr lang="en-US" dirty="0" err="1"/>
              <a:t>celda</a:t>
            </a:r>
            <a:r>
              <a:rPr lang="en-US" dirty="0"/>
              <a:t>, </a:t>
            </a:r>
            <a:r>
              <a:rPr lang="en-US" dirty="0" err="1"/>
              <a:t>que</a:t>
            </a:r>
            <a:r>
              <a:rPr lang="en-US" dirty="0"/>
              <a:t> </a:t>
            </a:r>
            <a:r>
              <a:rPr lang="en-US" dirty="0" err="1"/>
              <a:t>ocurre</a:t>
            </a:r>
            <a:r>
              <a:rPr lang="en-US" dirty="0"/>
              <a:t> cerca de 3 horas despues, esto </a:t>
            </a:r>
            <a:r>
              <a:rPr lang="en-US" dirty="0" err="1"/>
              <a:t>permite</a:t>
            </a:r>
            <a:r>
              <a:rPr lang="en-US" dirty="0"/>
              <a:t> </a:t>
            </a:r>
            <a:r>
              <a:rPr lang="en-US" dirty="0" err="1"/>
              <a:t>obtener</a:t>
            </a:r>
            <a:r>
              <a:rPr lang="en-US" dirty="0"/>
              <a:t> la </a:t>
            </a:r>
            <a:r>
              <a:rPr lang="en-US" dirty="0" err="1"/>
              <a:t>resistencia</a:t>
            </a:r>
            <a:r>
              <a:rPr lang="en-US" dirty="0"/>
              <a:t> de diffusion R_1 y </a:t>
            </a:r>
            <a:r>
              <a:rPr lang="en-US" dirty="0" err="1"/>
              <a:t>capacitancia</a:t>
            </a:r>
            <a:r>
              <a:rPr lang="en-US" dirty="0"/>
              <a:t> de diffusion C_1</a:t>
            </a:r>
          </a:p>
          <a:p>
            <a:r>
              <a:rPr lang="en-US" dirty="0"/>
              <a:t>	</a:t>
            </a:r>
            <a:r>
              <a:rPr lang="en-US" dirty="0" err="1"/>
              <a:t>finalmente</a:t>
            </a:r>
            <a:r>
              <a:rPr lang="en-US" dirty="0"/>
              <a:t> </a:t>
            </a:r>
            <a:r>
              <a:rPr lang="en-US" dirty="0" err="1"/>
              <a:t>en</a:t>
            </a:r>
            <a:r>
              <a:rPr lang="en-US" dirty="0"/>
              <a:t> la </a:t>
            </a:r>
            <a:r>
              <a:rPr lang="en-US" dirty="0" err="1"/>
              <a:t>última</a:t>
            </a:r>
            <a:r>
              <a:rPr lang="en-US" dirty="0"/>
              <a:t> </a:t>
            </a:r>
            <a:r>
              <a:rPr lang="en-US" dirty="0" err="1"/>
              <a:t>prueba</a:t>
            </a:r>
            <a:r>
              <a:rPr lang="en-US" dirty="0"/>
              <a:t> se hace la </a:t>
            </a:r>
            <a:r>
              <a:rPr lang="en-US" dirty="0" err="1"/>
              <a:t>descarga</a:t>
            </a:r>
            <a:r>
              <a:rPr lang="en-US" dirty="0"/>
              <a:t> de la </a:t>
            </a:r>
            <a:r>
              <a:rPr lang="en-US" dirty="0" err="1"/>
              <a:t>batería</a:t>
            </a:r>
            <a:r>
              <a:rPr lang="en-US" dirty="0"/>
              <a:t> completa desde </a:t>
            </a:r>
            <a:r>
              <a:rPr lang="en-US" dirty="0" err="1"/>
              <a:t>los</a:t>
            </a:r>
            <a:r>
              <a:rPr lang="en-US" dirty="0"/>
              <a:t> 25.2[V], </a:t>
            </a:r>
            <a:r>
              <a:rPr lang="en-US" dirty="0" err="1"/>
              <a:t>haciendo</a:t>
            </a:r>
            <a:r>
              <a:rPr lang="en-US" dirty="0"/>
              <a:t> el </a:t>
            </a:r>
            <a:r>
              <a:rPr lang="en-US" dirty="0" err="1"/>
              <a:t>conteo</a:t>
            </a:r>
            <a:r>
              <a:rPr lang="en-US" dirty="0"/>
              <a:t> de cargas hasta </a:t>
            </a:r>
            <a:r>
              <a:rPr lang="en-US" dirty="0" err="1"/>
              <a:t>que</a:t>
            </a:r>
            <a:r>
              <a:rPr lang="en-US" dirty="0"/>
              <a:t> la </a:t>
            </a:r>
            <a:r>
              <a:rPr lang="en-US" dirty="0" err="1"/>
              <a:t>batería</a:t>
            </a:r>
            <a:r>
              <a:rPr lang="en-US" dirty="0"/>
              <a:t> llegue a </a:t>
            </a:r>
            <a:r>
              <a:rPr lang="en-US" dirty="0" err="1"/>
              <a:t>los</a:t>
            </a:r>
            <a:r>
              <a:rPr lang="en-US" dirty="0"/>
              <a:t> 19.2 [V] o hasta </a:t>
            </a:r>
            <a:r>
              <a:rPr lang="en-US" dirty="0" err="1"/>
              <a:t>que</a:t>
            </a:r>
            <a:r>
              <a:rPr lang="en-US" dirty="0"/>
              <a:t> cualquiera de las </a:t>
            </a:r>
            <a:r>
              <a:rPr lang="en-US" dirty="0" err="1"/>
              <a:t>celdas</a:t>
            </a:r>
            <a:r>
              <a:rPr lang="en-US" dirty="0"/>
              <a:t> llegue a 3.3[V]</a:t>
            </a:r>
            <a:br>
              <a:rPr lang="en-US" dirty="0"/>
            </a:br>
            <a:endParaRPr lang="en-US" dirty="0"/>
          </a:p>
        </p:txBody>
      </p:sp>
      <p:sp>
        <p:nvSpPr>
          <p:cNvPr id="4" name="Slide Number Placeholder 3"/>
          <p:cNvSpPr>
            <a:spLocks noGrp="1"/>
          </p:cNvSpPr>
          <p:nvPr>
            <p:ph type="sldNum" sz="quarter" idx="5"/>
          </p:nvPr>
        </p:nvSpPr>
        <p:spPr/>
        <p:txBody>
          <a:bodyPr/>
          <a:lstStyle/>
          <a:p>
            <a:fld id="{8C0B9996-D9CA-462D-97C3-C7724DF66AF1}" type="slidenum">
              <a:rPr lang="es-CL" smtClean="0"/>
              <a:t>23</a:t>
            </a:fld>
            <a:endParaRPr lang="es-CL"/>
          </a:p>
        </p:txBody>
      </p:sp>
    </p:spTree>
    <p:extLst>
      <p:ext uri="{BB962C8B-B14F-4D97-AF65-F5344CB8AC3E}">
        <p14:creationId xmlns:p14="http://schemas.microsoft.com/office/powerpoint/2010/main" val="1322325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t>
            </a:r>
            <a:r>
              <a:rPr lang="en-US" dirty="0" err="1"/>
              <a:t>medición</a:t>
            </a:r>
            <a:r>
              <a:rPr lang="en-US" dirty="0"/>
              <a:t> de </a:t>
            </a:r>
            <a:r>
              <a:rPr lang="en-US" dirty="0" err="1"/>
              <a:t>termperatura</a:t>
            </a:r>
            <a:r>
              <a:rPr lang="en-US" dirty="0"/>
              <a:t> se </a:t>
            </a:r>
            <a:r>
              <a:rPr lang="en-US" dirty="0" err="1"/>
              <a:t>realiza</a:t>
            </a:r>
            <a:r>
              <a:rPr lang="en-US" dirty="0"/>
              <a:t> con </a:t>
            </a:r>
            <a:r>
              <a:rPr lang="en-US" dirty="0" err="1"/>
              <a:t>termistores</a:t>
            </a:r>
            <a:r>
              <a:rPr lang="en-US" dirty="0"/>
              <a:t> </a:t>
            </a:r>
            <a:r>
              <a:rPr lang="en-US" dirty="0" err="1"/>
              <a:t>ntc</a:t>
            </a:r>
            <a:r>
              <a:rPr lang="en-US" dirty="0"/>
              <a:t>, componentes </a:t>
            </a:r>
            <a:r>
              <a:rPr lang="en-US" dirty="0" err="1"/>
              <a:t>que</a:t>
            </a:r>
            <a:r>
              <a:rPr lang="en-US" dirty="0"/>
              <a:t> </a:t>
            </a:r>
            <a:r>
              <a:rPr lang="en-US" dirty="0" err="1"/>
              <a:t>disminuyen</a:t>
            </a:r>
            <a:r>
              <a:rPr lang="en-US" dirty="0"/>
              <a:t> </a:t>
            </a:r>
            <a:r>
              <a:rPr lang="en-US" dirty="0" err="1"/>
              <a:t>su</a:t>
            </a:r>
            <a:r>
              <a:rPr lang="en-US" dirty="0"/>
              <a:t> </a:t>
            </a:r>
            <a:r>
              <a:rPr lang="en-US" dirty="0" err="1"/>
              <a:t>resistividad</a:t>
            </a:r>
            <a:r>
              <a:rPr lang="en-US" dirty="0"/>
              <a:t> a </a:t>
            </a:r>
            <a:r>
              <a:rPr lang="en-US" dirty="0" err="1"/>
              <a:t>medida</a:t>
            </a:r>
            <a:r>
              <a:rPr lang="en-US" dirty="0"/>
              <a:t> </a:t>
            </a:r>
            <a:r>
              <a:rPr lang="en-US" dirty="0" err="1"/>
              <a:t>que</a:t>
            </a:r>
            <a:r>
              <a:rPr lang="en-US" dirty="0"/>
              <a:t> </a:t>
            </a:r>
            <a:r>
              <a:rPr lang="en-US" dirty="0" err="1"/>
              <a:t>aumenta</a:t>
            </a:r>
            <a:r>
              <a:rPr lang="en-US" dirty="0"/>
              <a:t> </a:t>
            </a:r>
            <a:r>
              <a:rPr lang="en-US" dirty="0" err="1"/>
              <a:t>su</a:t>
            </a:r>
            <a:r>
              <a:rPr lang="en-US" dirty="0"/>
              <a:t> temperatura.</a:t>
            </a:r>
          </a:p>
          <a:p>
            <a:r>
              <a:rPr lang="en-US" dirty="0"/>
              <a:t>-Se puede </a:t>
            </a:r>
            <a:r>
              <a:rPr lang="en-US" dirty="0" err="1"/>
              <a:t>modelar</a:t>
            </a:r>
            <a:r>
              <a:rPr lang="en-US" dirty="0"/>
              <a:t> </a:t>
            </a:r>
            <a:r>
              <a:rPr lang="en-US" dirty="0" err="1"/>
              <a:t>su</a:t>
            </a:r>
            <a:r>
              <a:rPr lang="en-US" dirty="0"/>
              <a:t> </a:t>
            </a:r>
            <a:r>
              <a:rPr lang="en-US" dirty="0" err="1"/>
              <a:t>comportamiento</a:t>
            </a:r>
            <a:r>
              <a:rPr lang="en-US" dirty="0"/>
              <a:t> </a:t>
            </a:r>
            <a:r>
              <a:rPr lang="en-US" dirty="0" err="1"/>
              <a:t>por</a:t>
            </a:r>
            <a:r>
              <a:rPr lang="en-US" dirty="0"/>
              <a:t> </a:t>
            </a:r>
            <a:r>
              <a:rPr lang="en-US" dirty="0" err="1"/>
              <a:t>diferentes</a:t>
            </a:r>
            <a:r>
              <a:rPr lang="en-US" dirty="0"/>
              <a:t> </a:t>
            </a:r>
            <a:r>
              <a:rPr lang="en-US" dirty="0" err="1"/>
              <a:t>métodos</a:t>
            </a:r>
            <a:r>
              <a:rPr lang="en-US" dirty="0"/>
              <a:t>, </a:t>
            </a:r>
            <a:r>
              <a:rPr lang="en-US" dirty="0" err="1"/>
              <a:t>como</a:t>
            </a:r>
            <a:r>
              <a:rPr lang="en-US" dirty="0"/>
              <a:t> el de utilizar un </a:t>
            </a:r>
            <a:r>
              <a:rPr lang="en-US" dirty="0" err="1"/>
              <a:t>coeficiente</a:t>
            </a:r>
            <a:r>
              <a:rPr lang="en-US" dirty="0"/>
              <a:t> beta o </a:t>
            </a:r>
            <a:r>
              <a:rPr lang="en-US" dirty="0" err="1"/>
              <a:t>como</a:t>
            </a:r>
            <a:r>
              <a:rPr lang="en-US" dirty="0"/>
              <a:t> </a:t>
            </a:r>
            <a:r>
              <a:rPr lang="en-US" dirty="0" err="1"/>
              <a:t>en</a:t>
            </a:r>
            <a:r>
              <a:rPr lang="en-US" dirty="0"/>
              <a:t> </a:t>
            </a:r>
            <a:r>
              <a:rPr lang="en-US" dirty="0" err="1"/>
              <a:t>este</a:t>
            </a:r>
            <a:r>
              <a:rPr lang="en-US" dirty="0"/>
              <a:t> </a:t>
            </a:r>
            <a:r>
              <a:rPr lang="en-US" dirty="0" err="1"/>
              <a:t>caso</a:t>
            </a:r>
            <a:r>
              <a:rPr lang="en-US" dirty="0"/>
              <a:t>, de utilizar 3 componentes A B C </a:t>
            </a:r>
            <a:r>
              <a:rPr lang="en-US" dirty="0" err="1"/>
              <a:t>por</a:t>
            </a:r>
            <a:r>
              <a:rPr lang="en-US" dirty="0"/>
              <a:t> medio de la Ecuación de Stein-Hart </a:t>
            </a:r>
            <a:r>
              <a:rPr lang="en-US" dirty="0" err="1"/>
              <a:t>mostrada</a:t>
            </a:r>
            <a:r>
              <a:rPr lang="en-US" dirty="0"/>
              <a:t>.  </a:t>
            </a:r>
          </a:p>
          <a:p>
            <a:r>
              <a:rPr lang="en-US" dirty="0"/>
              <a:t>-</a:t>
            </a:r>
            <a:r>
              <a:rPr lang="en-US" dirty="0" err="1"/>
              <a:t>como</a:t>
            </a:r>
            <a:r>
              <a:rPr lang="en-US" dirty="0"/>
              <a:t> no se </a:t>
            </a:r>
            <a:r>
              <a:rPr lang="en-US" dirty="0" err="1"/>
              <a:t>conocen</a:t>
            </a:r>
            <a:r>
              <a:rPr lang="en-US" dirty="0"/>
              <a:t> las características de </a:t>
            </a:r>
            <a:r>
              <a:rPr lang="en-US" dirty="0" err="1"/>
              <a:t>los</a:t>
            </a:r>
            <a:r>
              <a:rPr lang="en-US" dirty="0"/>
              <a:t> </a:t>
            </a:r>
            <a:r>
              <a:rPr lang="en-US" dirty="0" err="1"/>
              <a:t>termistores</a:t>
            </a:r>
            <a:r>
              <a:rPr lang="en-US" dirty="0"/>
              <a:t>, se </a:t>
            </a:r>
            <a:r>
              <a:rPr lang="en-US" dirty="0" err="1"/>
              <a:t>realiza</a:t>
            </a:r>
            <a:r>
              <a:rPr lang="en-US" dirty="0"/>
              <a:t> la </a:t>
            </a:r>
            <a:r>
              <a:rPr lang="en-US" dirty="0" err="1"/>
              <a:t>obtensión</a:t>
            </a:r>
            <a:r>
              <a:rPr lang="en-US" dirty="0"/>
              <a:t> de sus parámetros </a:t>
            </a:r>
            <a:r>
              <a:rPr lang="en-US" dirty="0" err="1"/>
              <a:t>utilizandolos</a:t>
            </a:r>
            <a:r>
              <a:rPr lang="en-US" dirty="0"/>
              <a:t> </a:t>
            </a:r>
            <a:r>
              <a:rPr lang="en-US" dirty="0" err="1"/>
              <a:t>en</a:t>
            </a:r>
            <a:r>
              <a:rPr lang="en-US" dirty="0"/>
              <a:t> </a:t>
            </a:r>
            <a:r>
              <a:rPr lang="en-US" dirty="0" err="1"/>
              <a:t>paralelo</a:t>
            </a:r>
            <a:r>
              <a:rPr lang="en-US" dirty="0"/>
              <a:t> con </a:t>
            </a:r>
            <a:r>
              <a:rPr lang="en-US" dirty="0" err="1"/>
              <a:t>una</a:t>
            </a:r>
            <a:r>
              <a:rPr lang="en-US" dirty="0"/>
              <a:t> </a:t>
            </a:r>
            <a:r>
              <a:rPr lang="en-US" dirty="0" err="1"/>
              <a:t>termocupla</a:t>
            </a:r>
            <a:r>
              <a:rPr lang="en-US" dirty="0"/>
              <a:t> </a:t>
            </a:r>
            <a:r>
              <a:rPr lang="en-US" dirty="0" err="1"/>
              <a:t>en</a:t>
            </a:r>
            <a:r>
              <a:rPr lang="en-US" dirty="0"/>
              <a:t> </a:t>
            </a:r>
            <a:r>
              <a:rPr lang="en-US" dirty="0" err="1"/>
              <a:t>una</a:t>
            </a:r>
            <a:r>
              <a:rPr lang="en-US" dirty="0"/>
              <a:t> </a:t>
            </a:r>
            <a:r>
              <a:rPr lang="en-US" dirty="0" err="1"/>
              <a:t>cama</a:t>
            </a:r>
            <a:r>
              <a:rPr lang="en-US" dirty="0"/>
              <a:t> caliente, </a:t>
            </a:r>
            <a:r>
              <a:rPr lang="en-US" dirty="0" err="1"/>
              <a:t>cuya</a:t>
            </a:r>
            <a:r>
              <a:rPr lang="en-US" dirty="0"/>
              <a:t> temperatura regulable ayuda a definer un modelo </a:t>
            </a:r>
            <a:r>
              <a:rPr lang="en-US" dirty="0" err="1"/>
              <a:t>como</a:t>
            </a:r>
            <a:r>
              <a:rPr lang="en-US" dirty="0"/>
              <a:t> el </a:t>
            </a:r>
            <a:r>
              <a:rPr lang="en-US" dirty="0" err="1"/>
              <a:t>mostrado</a:t>
            </a:r>
            <a:r>
              <a:rPr lang="en-US" dirty="0"/>
              <a:t>, </a:t>
            </a:r>
            <a:r>
              <a:rPr lang="en-US" dirty="0" err="1"/>
              <a:t>coeficientes</a:t>
            </a:r>
            <a:r>
              <a:rPr lang="en-US" dirty="0"/>
              <a:t> </a:t>
            </a:r>
            <a:r>
              <a:rPr lang="en-US" dirty="0" err="1"/>
              <a:t>abc</a:t>
            </a:r>
            <a:r>
              <a:rPr lang="en-US" dirty="0"/>
              <a:t> son </a:t>
            </a:r>
            <a:r>
              <a:rPr lang="en-US" dirty="0" err="1"/>
              <a:t>aquellos</a:t>
            </a:r>
            <a:r>
              <a:rPr lang="en-US" dirty="0"/>
              <a:t>.</a:t>
            </a:r>
            <a:br>
              <a:rPr lang="en-US" dirty="0"/>
            </a:br>
            <a:r>
              <a:rPr lang="en-US" dirty="0"/>
              <a:t>-Esto </a:t>
            </a:r>
            <a:r>
              <a:rPr lang="en-US" dirty="0" err="1"/>
              <a:t>permite</a:t>
            </a:r>
            <a:r>
              <a:rPr lang="en-US" dirty="0"/>
              <a:t> </a:t>
            </a:r>
            <a:r>
              <a:rPr lang="en-US" dirty="0" err="1"/>
              <a:t>configurar</a:t>
            </a:r>
            <a:r>
              <a:rPr lang="en-US" dirty="0"/>
              <a:t> </a:t>
            </a:r>
            <a:r>
              <a:rPr lang="en-US" dirty="0" err="1"/>
              <a:t>los</a:t>
            </a:r>
            <a:r>
              <a:rPr lang="en-US" dirty="0"/>
              <a:t> </a:t>
            </a:r>
            <a:r>
              <a:rPr lang="en-US" dirty="0" err="1"/>
              <a:t>umbrales</a:t>
            </a:r>
            <a:r>
              <a:rPr lang="en-US" dirty="0"/>
              <a:t> de protección </a:t>
            </a:r>
            <a:r>
              <a:rPr lang="en-US" dirty="0" err="1"/>
              <a:t>que</a:t>
            </a:r>
            <a:r>
              <a:rPr lang="en-US" dirty="0"/>
              <a:t> tendrá el </a:t>
            </a:r>
            <a:r>
              <a:rPr lang="en-US" dirty="0" err="1"/>
              <a:t>bms</a:t>
            </a:r>
            <a:r>
              <a:rPr lang="en-US" dirty="0"/>
              <a:t>, donde </a:t>
            </a:r>
            <a:r>
              <a:rPr lang="en-US" dirty="0" err="1"/>
              <a:t>por</a:t>
            </a:r>
            <a:r>
              <a:rPr lang="en-US" dirty="0"/>
              <a:t> </a:t>
            </a:r>
            <a:r>
              <a:rPr lang="en-US" dirty="0" err="1"/>
              <a:t>ejemplo</a:t>
            </a:r>
            <a:r>
              <a:rPr lang="en-US" dirty="0"/>
              <a:t>.  La temperatura de 0 </a:t>
            </a:r>
            <a:r>
              <a:rPr lang="en-US" dirty="0" err="1"/>
              <a:t>grados</a:t>
            </a:r>
            <a:r>
              <a:rPr lang="en-US" dirty="0"/>
              <a:t> se </a:t>
            </a:r>
            <a:r>
              <a:rPr lang="en-US" dirty="0" err="1"/>
              <a:t>leerá</a:t>
            </a:r>
            <a:r>
              <a:rPr lang="en-US" dirty="0"/>
              <a:t> </a:t>
            </a:r>
            <a:r>
              <a:rPr lang="en-US" dirty="0" err="1"/>
              <a:t>digitalmente</a:t>
            </a:r>
            <a:r>
              <a:rPr lang="en-US" dirty="0"/>
              <a:t> </a:t>
            </a:r>
            <a:r>
              <a:rPr lang="en-US" dirty="0" err="1"/>
              <a:t>como</a:t>
            </a:r>
            <a:r>
              <a:rPr lang="en-US" dirty="0"/>
              <a:t> un 847. O la temperatura de 50 </a:t>
            </a:r>
            <a:r>
              <a:rPr lang="en-US" dirty="0" err="1"/>
              <a:t>grados</a:t>
            </a:r>
            <a:r>
              <a:rPr lang="en-US" dirty="0"/>
              <a:t>, </a:t>
            </a:r>
            <a:r>
              <a:rPr lang="en-US" dirty="0" err="1"/>
              <a:t>como</a:t>
            </a:r>
            <a:r>
              <a:rPr lang="en-US" dirty="0"/>
              <a:t> 292 </a:t>
            </a:r>
            <a:r>
              <a:rPr lang="en-US" dirty="0" err="1"/>
              <a:t>en</a:t>
            </a:r>
            <a:r>
              <a:rPr lang="en-US" dirty="0"/>
              <a:t> el </a:t>
            </a:r>
            <a:r>
              <a:rPr lang="en-US" dirty="0" err="1"/>
              <a:t>conversor</a:t>
            </a:r>
            <a:r>
              <a:rPr lang="en-US" dirty="0"/>
              <a:t> </a:t>
            </a:r>
            <a:r>
              <a:rPr lang="en-US" dirty="0" err="1"/>
              <a:t>analógico</a:t>
            </a:r>
            <a:r>
              <a:rPr lang="en-US" dirty="0"/>
              <a:t> digital </a:t>
            </a:r>
            <a:r>
              <a:rPr lang="en-US" dirty="0" err="1"/>
              <a:t>dicha</a:t>
            </a:r>
            <a:r>
              <a:rPr lang="en-US" dirty="0"/>
              <a:t> protección</a:t>
            </a:r>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24</a:t>
            </a:fld>
            <a:endParaRPr lang="es-CL"/>
          </a:p>
        </p:txBody>
      </p:sp>
    </p:spTree>
    <p:extLst>
      <p:ext uri="{BB962C8B-B14F-4D97-AF65-F5344CB8AC3E}">
        <p14:creationId xmlns:p14="http://schemas.microsoft.com/office/powerpoint/2010/main" val="1319215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-Para Validar la </a:t>
            </a:r>
            <a:r>
              <a:rPr lang="en-US" dirty="0" err="1"/>
              <a:t>capacidad</a:t>
            </a:r>
            <a:r>
              <a:rPr lang="en-US" dirty="0"/>
              <a:t> de Corriente </a:t>
            </a:r>
            <a:r>
              <a:rPr lang="en-US" dirty="0" err="1"/>
              <a:t>que</a:t>
            </a:r>
            <a:r>
              <a:rPr lang="en-US" dirty="0"/>
              <a:t> </a:t>
            </a:r>
            <a:r>
              <a:rPr lang="en-US" dirty="0" err="1"/>
              <a:t>permite</a:t>
            </a:r>
            <a:r>
              <a:rPr lang="en-US" dirty="0"/>
              <a:t> la </a:t>
            </a:r>
            <a:r>
              <a:rPr lang="en-US" dirty="0" err="1"/>
              <a:t>llave</a:t>
            </a:r>
            <a:r>
              <a:rPr lang="en-US" dirty="0"/>
              <a:t> de paso, se </a:t>
            </a:r>
            <a:r>
              <a:rPr lang="en-US" dirty="0" err="1"/>
              <a:t>realizan</a:t>
            </a:r>
            <a:r>
              <a:rPr lang="en-US" dirty="0"/>
              <a:t> </a:t>
            </a:r>
            <a:r>
              <a:rPr lang="en-US" dirty="0" err="1"/>
              <a:t>pruebas</a:t>
            </a:r>
            <a:r>
              <a:rPr lang="en-US" dirty="0"/>
              <a:t> de </a:t>
            </a:r>
            <a:r>
              <a:rPr lang="en-US" dirty="0" err="1"/>
              <a:t>alta</a:t>
            </a:r>
            <a:r>
              <a:rPr lang="en-US" dirty="0"/>
              <a:t> carga de Corriente </a:t>
            </a:r>
            <a:r>
              <a:rPr lang="en-US" dirty="0" err="1"/>
              <a:t>sobre</a:t>
            </a:r>
            <a:r>
              <a:rPr lang="en-US" dirty="0"/>
              <a:t> </a:t>
            </a:r>
            <a:r>
              <a:rPr lang="en-US" dirty="0" err="1"/>
              <a:t>este</a:t>
            </a:r>
            <a:r>
              <a:rPr lang="en-US" dirty="0"/>
              <a:t> </a:t>
            </a:r>
            <a:r>
              <a:rPr lang="en-US" dirty="0" err="1"/>
              <a:t>elemento</a:t>
            </a:r>
            <a:r>
              <a:rPr lang="en-US" dirty="0"/>
              <a:t>.</a:t>
            </a:r>
          </a:p>
          <a:p>
            <a:r>
              <a:rPr lang="es-CL" dirty="0"/>
              <a:t>-Siendo:</a:t>
            </a:r>
          </a:p>
          <a:p>
            <a:r>
              <a:rPr lang="es-CL" dirty="0"/>
              <a:t>	1ra imagen: placa, la resistencia shunt y la batería durante una carga de 17.5[A]. La batería se calienta más.</a:t>
            </a:r>
          </a:p>
          <a:p>
            <a:r>
              <a:rPr lang="es-CL" dirty="0"/>
              <a:t>	2da imagen: La misma situación al terminar la prueba a los XXX [minutos]</a:t>
            </a:r>
          </a:p>
          <a:p>
            <a:r>
              <a:rPr lang="es-CL" dirty="0"/>
              <a:t>	3ra imagen: La placa al hacer una carga de 36.1[A] durante 20 [segundos]</a:t>
            </a:r>
          </a:p>
          <a:p>
            <a:r>
              <a:rPr lang="es-CL" dirty="0"/>
              <a:t>-Según estas corriente se establecieron las protecciones mencionadas anteriormente. Se cuidará en paralelo su temperatura.</a:t>
            </a:r>
          </a:p>
        </p:txBody>
      </p:sp>
      <p:sp>
        <p:nvSpPr>
          <p:cNvPr id="4" name="Slide Number Placeholder 3"/>
          <p:cNvSpPr>
            <a:spLocks noGrp="1"/>
          </p:cNvSpPr>
          <p:nvPr>
            <p:ph type="sldNum" sz="quarter" idx="5"/>
          </p:nvPr>
        </p:nvSpPr>
        <p:spPr/>
        <p:txBody>
          <a:bodyPr/>
          <a:lstStyle/>
          <a:p>
            <a:fld id="{8C0B9996-D9CA-462D-97C3-C7724DF66AF1}" type="slidenum">
              <a:rPr lang="es-CL" smtClean="0"/>
              <a:t>25</a:t>
            </a:fld>
            <a:endParaRPr lang="es-CL"/>
          </a:p>
        </p:txBody>
      </p:sp>
    </p:spTree>
    <p:extLst>
      <p:ext uri="{BB962C8B-B14F-4D97-AF65-F5344CB8AC3E}">
        <p14:creationId xmlns:p14="http://schemas.microsoft.com/office/powerpoint/2010/main" val="35655434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br>
              <a:rPr lang="en-US" dirty="0"/>
            </a:br>
            <a:r>
              <a:rPr lang="en-US" dirty="0"/>
              <a:t>-Los drivers de </a:t>
            </a:r>
            <a:r>
              <a:rPr lang="en-US" dirty="0" err="1"/>
              <a:t>los</a:t>
            </a:r>
            <a:r>
              <a:rPr lang="en-US" dirty="0"/>
              <a:t> </a:t>
            </a:r>
            <a:r>
              <a:rPr lang="en-US" dirty="0" err="1"/>
              <a:t>actuadores</a:t>
            </a:r>
            <a:r>
              <a:rPr lang="en-US" dirty="0"/>
              <a:t> </a:t>
            </a:r>
            <a:r>
              <a:rPr lang="en-US" dirty="0" err="1"/>
              <a:t>utilizados</a:t>
            </a:r>
            <a:r>
              <a:rPr lang="en-US" dirty="0"/>
              <a:t>, </a:t>
            </a:r>
            <a:r>
              <a:rPr lang="en-US" dirty="0" err="1"/>
              <a:t>tienen</a:t>
            </a:r>
            <a:r>
              <a:rPr lang="en-US" dirty="0"/>
              <a:t> </a:t>
            </a:r>
            <a:r>
              <a:rPr lang="en-US" dirty="0" err="1"/>
              <a:t>una</a:t>
            </a:r>
            <a:r>
              <a:rPr lang="en-US" dirty="0"/>
              <a:t> gran </a:t>
            </a:r>
            <a:r>
              <a:rPr lang="en-US" dirty="0" err="1"/>
              <a:t>capacitancia</a:t>
            </a:r>
            <a:r>
              <a:rPr lang="en-US" dirty="0"/>
              <a:t> de </a:t>
            </a:r>
            <a:r>
              <a:rPr lang="en-US" dirty="0" err="1"/>
              <a:t>encendido</a:t>
            </a:r>
            <a:r>
              <a:rPr lang="en-US" dirty="0"/>
              <a:t> .</a:t>
            </a:r>
          </a:p>
          <a:p>
            <a:r>
              <a:rPr lang="en-US" dirty="0"/>
              <a:t>-Esto </a:t>
            </a:r>
            <a:r>
              <a:rPr lang="en-US" dirty="0" err="1"/>
              <a:t>significa</a:t>
            </a:r>
            <a:r>
              <a:rPr lang="en-US" dirty="0"/>
              <a:t> </a:t>
            </a:r>
            <a:r>
              <a:rPr lang="en-US" dirty="0" err="1"/>
              <a:t>que</a:t>
            </a:r>
            <a:r>
              <a:rPr lang="en-US" dirty="0"/>
              <a:t> al </a:t>
            </a:r>
            <a:r>
              <a:rPr lang="en-US" dirty="0" err="1"/>
              <a:t>energizarlos</a:t>
            </a:r>
            <a:r>
              <a:rPr lang="en-US" dirty="0"/>
              <a:t>, se </a:t>
            </a:r>
            <a:r>
              <a:rPr lang="en-US" dirty="0" err="1"/>
              <a:t>experimenta</a:t>
            </a:r>
            <a:r>
              <a:rPr lang="en-US" dirty="0"/>
              <a:t> </a:t>
            </a:r>
            <a:r>
              <a:rPr lang="en-US" dirty="0" err="1"/>
              <a:t>una</a:t>
            </a:r>
            <a:r>
              <a:rPr lang="en-US" dirty="0"/>
              <a:t> </a:t>
            </a:r>
            <a:r>
              <a:rPr lang="en-US" dirty="0" err="1"/>
              <a:t>alta</a:t>
            </a:r>
            <a:r>
              <a:rPr lang="en-US" dirty="0"/>
              <a:t> Corriente de inrush </a:t>
            </a:r>
            <a:r>
              <a:rPr lang="en-US" dirty="0" err="1"/>
              <a:t>que</a:t>
            </a:r>
            <a:r>
              <a:rPr lang="en-US" dirty="0"/>
              <a:t> puede </a:t>
            </a:r>
            <a:r>
              <a:rPr lang="en-US" dirty="0" err="1"/>
              <a:t>dañar</a:t>
            </a:r>
            <a:r>
              <a:rPr lang="en-US" dirty="0"/>
              <a:t> </a:t>
            </a:r>
            <a:r>
              <a:rPr lang="en-US" dirty="0" err="1"/>
              <a:t>los</a:t>
            </a:r>
            <a:r>
              <a:rPr lang="en-US" dirty="0"/>
              <a:t> componentes </a:t>
            </a:r>
            <a:r>
              <a:rPr lang="en-US" dirty="0" err="1"/>
              <a:t>electrónicos</a:t>
            </a:r>
            <a:r>
              <a:rPr lang="en-US" dirty="0"/>
              <a:t> , </a:t>
            </a:r>
            <a:r>
              <a:rPr lang="en-US" dirty="0" err="1"/>
              <a:t>en</a:t>
            </a:r>
            <a:r>
              <a:rPr lang="en-US" dirty="0"/>
              <a:t> </a:t>
            </a:r>
            <a:r>
              <a:rPr lang="en-US" dirty="0" err="1"/>
              <a:t>este</a:t>
            </a:r>
            <a:r>
              <a:rPr lang="en-US" dirty="0"/>
              <a:t> </a:t>
            </a:r>
            <a:r>
              <a:rPr lang="en-US" dirty="0" err="1"/>
              <a:t>caso</a:t>
            </a:r>
            <a:r>
              <a:rPr lang="en-US" dirty="0"/>
              <a:t> </a:t>
            </a:r>
            <a:r>
              <a:rPr lang="en-US" dirty="0" err="1"/>
              <a:t>los</a:t>
            </a:r>
            <a:r>
              <a:rPr lang="en-US" dirty="0"/>
              <a:t> MOSFET LR7843 de la </a:t>
            </a:r>
            <a:r>
              <a:rPr lang="en-US" dirty="0" err="1"/>
              <a:t>llave</a:t>
            </a:r>
            <a:r>
              <a:rPr lang="en-US" dirty="0"/>
              <a:t> de paso.</a:t>
            </a:r>
            <a:endParaRPr lang="es-CL" dirty="0"/>
          </a:p>
          <a:p>
            <a:r>
              <a:rPr lang="es-CL" dirty="0"/>
              <a:t>-Es por esto que se ajusta la partida que realiza el driver contenido en el monitor de batería.  Tal que la partida no exceda el </a:t>
            </a:r>
            <a:r>
              <a:rPr lang="es-CL" dirty="0" err="1"/>
              <a:t>Area</a:t>
            </a:r>
            <a:r>
              <a:rPr lang="es-CL" dirty="0"/>
              <a:t> segura de operación (SOA) del MOSFET.</a:t>
            </a:r>
          </a:p>
          <a:p>
            <a:r>
              <a:rPr lang="es-CL" dirty="0"/>
              <a:t>-En las imágenes se puede apreciar:</a:t>
            </a:r>
          </a:p>
          <a:p>
            <a:r>
              <a:rPr lang="es-CL" dirty="0"/>
              <a:t>	como la partida directa alcanza a los 620 [A] durante 42 [</a:t>
            </a:r>
            <a:r>
              <a:rPr lang="es-CL" dirty="0" err="1"/>
              <a:t>us</a:t>
            </a:r>
            <a:r>
              <a:rPr lang="es-CL" dirty="0"/>
              <a:t>]</a:t>
            </a:r>
          </a:p>
          <a:p>
            <a:r>
              <a:rPr lang="es-CL" dirty="0"/>
              <a:t>	como la partida suave alcanza los 1.5[A] durante 1.52[ms]</a:t>
            </a:r>
          </a:p>
          <a:p>
            <a:r>
              <a:rPr lang="es-CL" dirty="0"/>
              <a:t>	como pasamos a entrar al SOA del MOSFET</a:t>
            </a:r>
          </a:p>
          <a:p>
            <a:r>
              <a:rPr lang="es-CL" dirty="0"/>
              <a:t>-Notar la escala temporal de las partidas, pues la partida suave es de 4 ordenes de magnitud más lenta</a:t>
            </a:r>
            <a:br>
              <a:rPr lang="es-CL" dirty="0"/>
            </a:br>
            <a:br>
              <a:rPr lang="es-CL" dirty="0"/>
            </a:br>
            <a:r>
              <a:rPr lang="es-CL" dirty="0"/>
              <a:t>IMPORTANTE:</a:t>
            </a:r>
          </a:p>
          <a:p>
            <a:r>
              <a:rPr lang="es-CL" dirty="0"/>
              <a:t>-colores partida</a:t>
            </a:r>
            <a:endParaRPr lang="en-US" dirty="0"/>
          </a:p>
        </p:txBody>
      </p:sp>
      <p:sp>
        <p:nvSpPr>
          <p:cNvPr id="4" name="Slide Number Placeholder 3"/>
          <p:cNvSpPr>
            <a:spLocks noGrp="1"/>
          </p:cNvSpPr>
          <p:nvPr>
            <p:ph type="sldNum" sz="quarter" idx="5"/>
          </p:nvPr>
        </p:nvSpPr>
        <p:spPr/>
        <p:txBody>
          <a:bodyPr/>
          <a:lstStyle/>
          <a:p>
            <a:fld id="{8C0B9996-D9CA-462D-97C3-C7724DF66AF1}" type="slidenum">
              <a:rPr lang="es-CL" smtClean="0"/>
              <a:t>26</a:t>
            </a:fld>
            <a:endParaRPr lang="es-CL"/>
          </a:p>
        </p:txBody>
      </p:sp>
    </p:spTree>
    <p:extLst>
      <p:ext uri="{BB962C8B-B14F-4D97-AF65-F5344CB8AC3E}">
        <p14:creationId xmlns:p14="http://schemas.microsoft.com/office/powerpoint/2010/main" val="1073634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r>
              <a:rPr lang="en-US" dirty="0"/>
              <a:t>PPT:</a:t>
            </a:r>
          </a:p>
          <a:p>
            <a:r>
              <a:rPr lang="en-US" dirty="0"/>
              <a:t>-Se </a:t>
            </a:r>
            <a:r>
              <a:rPr lang="en-US" dirty="0" err="1"/>
              <a:t>muestra</a:t>
            </a:r>
            <a:r>
              <a:rPr lang="en-US" dirty="0"/>
              <a:t> </a:t>
            </a:r>
            <a:r>
              <a:rPr lang="en-US" dirty="0" err="1"/>
              <a:t>como</a:t>
            </a:r>
            <a:r>
              <a:rPr lang="en-US" dirty="0"/>
              <a:t> </a:t>
            </a:r>
            <a:r>
              <a:rPr lang="en-US" dirty="0" err="1"/>
              <a:t>los</a:t>
            </a:r>
            <a:r>
              <a:rPr lang="en-US" dirty="0"/>
              <a:t> componentes se </a:t>
            </a:r>
            <a:r>
              <a:rPr lang="en-US" dirty="0" err="1"/>
              <a:t>montan</a:t>
            </a:r>
            <a:r>
              <a:rPr lang="en-US" dirty="0"/>
              <a:t> </a:t>
            </a:r>
            <a:r>
              <a:rPr lang="en-US" dirty="0" err="1"/>
              <a:t>en</a:t>
            </a:r>
            <a:r>
              <a:rPr lang="en-US" dirty="0"/>
              <a:t> el primer </a:t>
            </a:r>
            <a:r>
              <a:rPr lang="en-US" dirty="0" err="1"/>
              <a:t>nivel</a:t>
            </a:r>
            <a:r>
              <a:rPr lang="en-US" dirty="0"/>
              <a:t> del robot. </a:t>
            </a:r>
          </a:p>
          <a:p>
            <a:r>
              <a:rPr lang="en-US" dirty="0"/>
              <a:t>-*</a:t>
            </a:r>
            <a:r>
              <a:rPr lang="en-US" dirty="0" err="1"/>
              <a:t>Demostración</a:t>
            </a:r>
            <a:r>
              <a:rPr lang="en-US" dirty="0"/>
              <a:t> con el </a:t>
            </a:r>
            <a:r>
              <a:rPr lang="en-US" dirty="0" err="1"/>
              <a:t>encendedor</a:t>
            </a:r>
            <a:r>
              <a:rPr lang="en-US" dirty="0"/>
              <a:t>*</a:t>
            </a:r>
          </a:p>
          <a:p>
            <a:endParaRPr lang="en-US" dirty="0"/>
          </a:p>
          <a:p>
            <a:endParaRPr lang="es-CL" dirty="0"/>
          </a:p>
        </p:txBody>
      </p:sp>
      <p:sp>
        <p:nvSpPr>
          <p:cNvPr id="4" name="Slide Number Placeholder 3"/>
          <p:cNvSpPr>
            <a:spLocks noGrp="1"/>
          </p:cNvSpPr>
          <p:nvPr>
            <p:ph type="sldNum" sz="quarter" idx="5"/>
          </p:nvPr>
        </p:nvSpPr>
        <p:spPr/>
        <p:txBody>
          <a:bodyPr/>
          <a:lstStyle/>
          <a:p>
            <a:fld id="{8C0B9996-D9CA-462D-97C3-C7724DF66AF1}" type="slidenum">
              <a:rPr lang="es-CL" smtClean="0"/>
              <a:t>27</a:t>
            </a:fld>
            <a:endParaRPr lang="es-CL"/>
          </a:p>
        </p:txBody>
      </p:sp>
    </p:spTree>
    <p:extLst>
      <p:ext uri="{BB962C8B-B14F-4D97-AF65-F5344CB8AC3E}">
        <p14:creationId xmlns:p14="http://schemas.microsoft.com/office/powerpoint/2010/main" val="3583887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28</a:t>
            </a:fld>
            <a:endParaRPr lang="es-CL"/>
          </a:p>
        </p:txBody>
      </p:sp>
    </p:spTree>
    <p:extLst>
      <p:ext uri="{BB962C8B-B14F-4D97-AF65-F5344CB8AC3E}">
        <p14:creationId xmlns:p14="http://schemas.microsoft.com/office/powerpoint/2010/main" val="1175082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29</a:t>
            </a:fld>
            <a:endParaRPr lang="es-CL"/>
          </a:p>
        </p:txBody>
      </p:sp>
    </p:spTree>
    <p:extLst>
      <p:ext uri="{BB962C8B-B14F-4D97-AF65-F5344CB8AC3E}">
        <p14:creationId xmlns:p14="http://schemas.microsoft.com/office/powerpoint/2010/main" val="2835367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107D-BC05-9EF7-4F5E-6123ABD61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E7F66-0C47-3FF3-C02E-156B3CA48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29B4C-2465-5824-E510-9628A9071758}"/>
              </a:ext>
            </a:extLst>
          </p:cNvPr>
          <p:cNvSpPr>
            <a:spLocks noGrp="1"/>
          </p:cNvSpPr>
          <p:nvPr>
            <p:ph type="body" idx="1"/>
          </p:nvPr>
        </p:nvSpPr>
        <p:spPr/>
        <p:txBody>
          <a:bodyPr/>
          <a:lstStyle/>
          <a:p>
            <a:endParaRPr lang="es-CL" dirty="0"/>
          </a:p>
        </p:txBody>
      </p:sp>
      <p:sp>
        <p:nvSpPr>
          <p:cNvPr id="4" name="Slide Number Placeholder 3">
            <a:extLst>
              <a:ext uri="{FF2B5EF4-FFF2-40B4-BE49-F238E27FC236}">
                <a16:creationId xmlns:a16="http://schemas.microsoft.com/office/drawing/2014/main" id="{2AC91C19-1C84-E20B-4093-E938B9A1BBD7}"/>
              </a:ext>
            </a:extLst>
          </p:cNvPr>
          <p:cNvSpPr>
            <a:spLocks noGrp="1"/>
          </p:cNvSpPr>
          <p:nvPr>
            <p:ph type="sldNum" sz="quarter" idx="5"/>
          </p:nvPr>
        </p:nvSpPr>
        <p:spPr/>
        <p:txBody>
          <a:bodyPr/>
          <a:lstStyle/>
          <a:p>
            <a:fld id="{8C0B9996-D9CA-462D-97C3-C7724DF66AF1}" type="slidenum">
              <a:rPr lang="es-CL" smtClean="0"/>
              <a:t>30</a:t>
            </a:fld>
            <a:endParaRPr lang="es-CL"/>
          </a:p>
        </p:txBody>
      </p:sp>
    </p:spTree>
    <p:extLst>
      <p:ext uri="{BB962C8B-B14F-4D97-AF65-F5344CB8AC3E}">
        <p14:creationId xmlns:p14="http://schemas.microsoft.com/office/powerpoint/2010/main" val="691428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46350" y="876300"/>
            <a:ext cx="4203700" cy="2365375"/>
          </a:xfrm>
        </p:spPr>
      </p:sp>
      <p:sp>
        <p:nvSpPr>
          <p:cNvPr id="3" name="Notes Placeholder 2"/>
          <p:cNvSpPr>
            <a:spLocks noGrp="1"/>
          </p:cNvSpPr>
          <p:nvPr>
            <p:ph type="body" idx="1"/>
          </p:nvPr>
        </p:nvSpPr>
        <p:spPr/>
        <p:txBody>
          <a:bodyPr/>
          <a:lstStyle/>
          <a:p>
            <a:pPr defTabSz="931717">
              <a:defRPr/>
            </a:pPr>
            <a:r>
              <a:rPr lang="en-US" dirty="0"/>
              <a:t>PPT:</a:t>
            </a:r>
          </a:p>
          <a:p>
            <a:pPr defTabSz="931717">
              <a:defRPr/>
            </a:pPr>
            <a:r>
              <a:rPr lang="en-US" dirty="0"/>
              <a:t>-Se </a:t>
            </a:r>
            <a:r>
              <a:rPr lang="en-US" dirty="0" err="1"/>
              <a:t>muestran</a:t>
            </a:r>
            <a:r>
              <a:rPr lang="en-US" dirty="0"/>
              <a:t> </a:t>
            </a:r>
            <a:r>
              <a:rPr lang="en-US" dirty="0" err="1"/>
              <a:t>los</a:t>
            </a:r>
            <a:r>
              <a:rPr lang="en-US" dirty="0"/>
              <a:t> </a:t>
            </a:r>
            <a:r>
              <a:rPr lang="en-US" dirty="0" err="1"/>
              <a:t>elementos</a:t>
            </a:r>
            <a:r>
              <a:rPr lang="en-US" dirty="0"/>
              <a:t> </a:t>
            </a:r>
            <a:r>
              <a:rPr lang="en-US" dirty="0" err="1"/>
              <a:t>principales</a:t>
            </a:r>
            <a:r>
              <a:rPr lang="en-US" dirty="0"/>
              <a:t> del </a:t>
            </a:r>
            <a:r>
              <a:rPr lang="en-US" dirty="0" err="1"/>
              <a:t>lazo</a:t>
            </a:r>
            <a:r>
              <a:rPr lang="en-US" dirty="0"/>
              <a:t> de control, </a:t>
            </a:r>
            <a:r>
              <a:rPr lang="en-US" dirty="0" err="1"/>
              <a:t>indicando</a:t>
            </a:r>
            <a:r>
              <a:rPr lang="en-US" dirty="0"/>
              <a:t> </a:t>
            </a:r>
            <a:r>
              <a:rPr lang="en-US" dirty="0" err="1"/>
              <a:t>los</a:t>
            </a:r>
            <a:r>
              <a:rPr lang="en-US" dirty="0"/>
              <a:t> parámetros </a:t>
            </a:r>
            <a:r>
              <a:rPr lang="en-US" dirty="0" err="1"/>
              <a:t>internos</a:t>
            </a:r>
            <a:r>
              <a:rPr lang="en-US" dirty="0"/>
              <a:t> del integrado </a:t>
            </a:r>
            <a:r>
              <a:rPr lang="en-US" dirty="0" err="1"/>
              <a:t>en</a:t>
            </a:r>
            <a:r>
              <a:rPr lang="en-US" dirty="0"/>
              <a:t> </a:t>
            </a:r>
            <a:r>
              <a:rPr lang="en-US" dirty="0" err="1"/>
              <a:t>azul</a:t>
            </a:r>
            <a:r>
              <a:rPr lang="en-US" dirty="0"/>
              <a:t>. Se pueden </a:t>
            </a:r>
            <a:r>
              <a:rPr lang="en-US" dirty="0" err="1"/>
              <a:t>apreciar</a:t>
            </a:r>
            <a:r>
              <a:rPr lang="en-US" dirty="0"/>
              <a:t> las 2 </a:t>
            </a:r>
            <a:r>
              <a:rPr lang="en-US" dirty="0" err="1"/>
              <a:t>etapas</a:t>
            </a:r>
            <a:r>
              <a:rPr lang="en-US" dirty="0"/>
              <a:t>:</a:t>
            </a:r>
          </a:p>
          <a:p>
            <a:pPr defTabSz="931717">
              <a:defRPr/>
            </a:pPr>
            <a:r>
              <a:rPr lang="en-US" dirty="0"/>
              <a:t>	-La </a:t>
            </a:r>
            <a:r>
              <a:rPr lang="en-US" dirty="0" err="1"/>
              <a:t>etapa</a:t>
            </a:r>
            <a:r>
              <a:rPr lang="en-US" dirty="0"/>
              <a:t> de </a:t>
            </a:r>
            <a:r>
              <a:rPr lang="en-US" dirty="0" err="1"/>
              <a:t>potencia</a:t>
            </a:r>
            <a:r>
              <a:rPr lang="en-US" dirty="0"/>
              <a:t> </a:t>
            </a:r>
            <a:r>
              <a:rPr lang="es-CL" dirty="0"/>
              <a:t>en la parte superior cuyos parámetros se han indicado </a:t>
            </a:r>
            <a:r>
              <a:rPr lang="es-CL" dirty="0" err="1"/>
              <a:t>anteromente</a:t>
            </a:r>
            <a:r>
              <a:rPr lang="es-CL" dirty="0"/>
              <a:t>.</a:t>
            </a:r>
            <a:endParaRPr lang="en-US" dirty="0"/>
          </a:p>
          <a:p>
            <a:pPr defTabSz="931717">
              <a:defRPr/>
            </a:pPr>
            <a:r>
              <a:rPr lang="en-US" dirty="0"/>
              <a:t>	-La </a:t>
            </a:r>
            <a:r>
              <a:rPr lang="en-US" dirty="0" err="1"/>
              <a:t>etapa</a:t>
            </a:r>
            <a:r>
              <a:rPr lang="en-US" dirty="0"/>
              <a:t> de control se </a:t>
            </a:r>
            <a:r>
              <a:rPr lang="en-US" dirty="0" err="1"/>
              <a:t>compone</a:t>
            </a:r>
            <a:r>
              <a:rPr lang="en-US" dirty="0"/>
              <a:t> desde </a:t>
            </a:r>
            <a:r>
              <a:rPr lang="en-US" dirty="0" err="1"/>
              <a:t>los</a:t>
            </a:r>
            <a:r>
              <a:rPr lang="en-US" dirty="0"/>
              <a:t> terminals </a:t>
            </a:r>
            <a:r>
              <a:rPr lang="en-US" dirty="0" err="1"/>
              <a:t>Vsense</a:t>
            </a:r>
            <a:r>
              <a:rPr lang="en-US" dirty="0"/>
              <a:t> y Comp </a:t>
            </a:r>
            <a:r>
              <a:rPr lang="en-US" dirty="0" err="1"/>
              <a:t>expuestos</a:t>
            </a:r>
            <a:r>
              <a:rPr lang="en-US" dirty="0"/>
              <a:t> del integrado hasta la </a:t>
            </a:r>
            <a:r>
              <a:rPr lang="en-US" dirty="0" err="1"/>
              <a:t>conmutación</a:t>
            </a:r>
            <a:r>
              <a:rPr lang="en-US" dirty="0"/>
              <a:t> del FET.</a:t>
            </a:r>
          </a:p>
          <a:p>
            <a:pPr defTabSz="931717">
              <a:defRPr/>
            </a:pPr>
            <a:r>
              <a:rPr lang="en-US" dirty="0"/>
              <a:t>	-Se </a:t>
            </a:r>
            <a:r>
              <a:rPr lang="en-US" dirty="0" err="1"/>
              <a:t>calculan</a:t>
            </a:r>
            <a:r>
              <a:rPr lang="en-US" dirty="0"/>
              <a:t> </a:t>
            </a:r>
            <a:r>
              <a:rPr lang="en-US" dirty="0" err="1"/>
              <a:t>los</a:t>
            </a:r>
            <a:r>
              <a:rPr lang="en-US" dirty="0"/>
              <a:t> componentes de la </a:t>
            </a:r>
            <a:r>
              <a:rPr lang="en-US" dirty="0" err="1"/>
              <a:t>etapa</a:t>
            </a:r>
            <a:r>
              <a:rPr lang="en-US" dirty="0"/>
              <a:t> de control </a:t>
            </a:r>
            <a:r>
              <a:rPr lang="en-US" dirty="0" err="1"/>
              <a:t>segun</a:t>
            </a:r>
            <a:r>
              <a:rPr lang="en-US" dirty="0"/>
              <a:t> las Ecuaciones </a:t>
            </a:r>
            <a:r>
              <a:rPr lang="en-US" dirty="0" err="1"/>
              <a:t>adjuntas</a:t>
            </a:r>
            <a:r>
              <a:rPr lang="en-US" dirty="0"/>
              <a:t>.</a:t>
            </a:r>
          </a:p>
          <a:p>
            <a:pPr defTabSz="931717">
              <a:defRPr/>
            </a:pPr>
            <a:endParaRPr lang="en-US" dirty="0"/>
          </a:p>
          <a:p>
            <a:pPr defTabSz="931717">
              <a:defRPr/>
            </a:pPr>
            <a:r>
              <a:rPr lang="en-US" dirty="0"/>
              <a:t>FALTA:</a:t>
            </a:r>
          </a:p>
          <a:p>
            <a:pPr defTabSz="931717">
              <a:defRPr/>
            </a:pPr>
            <a:r>
              <a:rPr lang="en-US" dirty="0"/>
              <a:t>-</a:t>
            </a:r>
            <a:r>
              <a:rPr lang="en-US" dirty="0" err="1"/>
              <a:t>corregir</a:t>
            </a:r>
            <a:r>
              <a:rPr lang="en-US" dirty="0"/>
              <a:t> imagen</a:t>
            </a:r>
          </a:p>
        </p:txBody>
      </p:sp>
      <p:sp>
        <p:nvSpPr>
          <p:cNvPr id="4" name="Slide Number Placeholder 3"/>
          <p:cNvSpPr>
            <a:spLocks noGrp="1"/>
          </p:cNvSpPr>
          <p:nvPr>
            <p:ph type="sldNum" sz="quarter" idx="5"/>
          </p:nvPr>
        </p:nvSpPr>
        <p:spPr/>
        <p:txBody>
          <a:bodyPr/>
          <a:lstStyle/>
          <a:p>
            <a:fld id="{8C0B9996-D9CA-462D-97C3-C7724DF66AF1}" type="slidenum">
              <a:rPr lang="es-CL" smtClean="0"/>
              <a:t>31</a:t>
            </a:fld>
            <a:endParaRPr lang="es-CL"/>
          </a:p>
        </p:txBody>
      </p:sp>
    </p:spTree>
    <p:extLst>
      <p:ext uri="{BB962C8B-B14F-4D97-AF65-F5344CB8AC3E}">
        <p14:creationId xmlns:p14="http://schemas.microsoft.com/office/powerpoint/2010/main" val="891539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32</a:t>
            </a:fld>
            <a:endParaRPr lang="es-CL"/>
          </a:p>
        </p:txBody>
      </p:sp>
    </p:spTree>
    <p:extLst>
      <p:ext uri="{BB962C8B-B14F-4D97-AF65-F5344CB8AC3E}">
        <p14:creationId xmlns:p14="http://schemas.microsoft.com/office/powerpoint/2010/main" val="42278103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33</a:t>
            </a:fld>
            <a:endParaRPr lang="es-CL"/>
          </a:p>
        </p:txBody>
      </p:sp>
    </p:spTree>
    <p:extLst>
      <p:ext uri="{BB962C8B-B14F-4D97-AF65-F5344CB8AC3E}">
        <p14:creationId xmlns:p14="http://schemas.microsoft.com/office/powerpoint/2010/main" val="31430427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34</a:t>
            </a:fld>
            <a:endParaRPr lang="es-CL"/>
          </a:p>
        </p:txBody>
      </p:sp>
    </p:spTree>
    <p:extLst>
      <p:ext uri="{BB962C8B-B14F-4D97-AF65-F5344CB8AC3E}">
        <p14:creationId xmlns:p14="http://schemas.microsoft.com/office/powerpoint/2010/main" val="2727464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35</a:t>
            </a:fld>
            <a:endParaRPr lang="es-CL"/>
          </a:p>
        </p:txBody>
      </p:sp>
    </p:spTree>
    <p:extLst>
      <p:ext uri="{BB962C8B-B14F-4D97-AF65-F5344CB8AC3E}">
        <p14:creationId xmlns:p14="http://schemas.microsoft.com/office/powerpoint/2010/main" val="34740736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36</a:t>
            </a:fld>
            <a:endParaRPr lang="es-CL"/>
          </a:p>
        </p:txBody>
      </p:sp>
    </p:spTree>
    <p:extLst>
      <p:ext uri="{BB962C8B-B14F-4D97-AF65-F5344CB8AC3E}">
        <p14:creationId xmlns:p14="http://schemas.microsoft.com/office/powerpoint/2010/main" val="20019915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fld id="{8C0B9996-D9CA-462D-97C3-C7724DF66AF1}" type="slidenum">
              <a:rPr lang="es-CL" smtClean="0"/>
              <a:t>37</a:t>
            </a:fld>
            <a:endParaRPr lang="es-CL"/>
          </a:p>
        </p:txBody>
      </p:sp>
    </p:spTree>
    <p:extLst>
      <p:ext uri="{BB962C8B-B14F-4D97-AF65-F5344CB8AC3E}">
        <p14:creationId xmlns:p14="http://schemas.microsoft.com/office/powerpoint/2010/main" val="1696074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sz="1800"/>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sz="180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1"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Date Placeholder 12">
            <a:extLst>
              <a:ext uri="{FF2B5EF4-FFF2-40B4-BE49-F238E27FC236}">
                <a16:creationId xmlns:a16="http://schemas.microsoft.com/office/drawing/2014/main" id="{00840695-5F70-578B-C04F-2C49935A8021}"/>
              </a:ext>
            </a:extLst>
          </p:cNvPr>
          <p:cNvSpPr>
            <a:spLocks noGrp="1"/>
          </p:cNvSpPr>
          <p:nvPr>
            <p:ph type="dt" sz="half" idx="10"/>
          </p:nvPr>
        </p:nvSpPr>
        <p:spPr>
          <a:xfrm>
            <a:off x="1097285" y="6459791"/>
            <a:ext cx="2472271" cy="365125"/>
          </a:xfrm>
          <a:prstGeom prst="rect">
            <a:avLst/>
          </a:prstGeom>
        </p:spPr>
        <p:txBody>
          <a:bodyPr/>
          <a:lstStyle/>
          <a:p>
            <a:fld id="{C46A057E-B77D-4175-A687-8BE05FD61777}" type="datetime1">
              <a:rPr lang="en-US" smtClean="0"/>
              <a:t>3/26/2026</a:t>
            </a:fld>
            <a:endParaRPr lang="en-US" dirty="0"/>
          </a:p>
        </p:txBody>
      </p:sp>
      <p:sp>
        <p:nvSpPr>
          <p:cNvPr id="14" name="Footer Placeholder 13">
            <a:extLst>
              <a:ext uri="{FF2B5EF4-FFF2-40B4-BE49-F238E27FC236}">
                <a16:creationId xmlns:a16="http://schemas.microsoft.com/office/drawing/2014/main" id="{5A6D6608-04EA-AD88-749C-130DB0CF2627}"/>
              </a:ext>
            </a:extLst>
          </p:cNvPr>
          <p:cNvSpPr>
            <a:spLocks noGrp="1"/>
          </p:cNvSpPr>
          <p:nvPr>
            <p:ph type="ftr" sz="quarter" idx="11"/>
          </p:nvPr>
        </p:nvSpPr>
        <p:spPr/>
        <p:txBody>
          <a:bodyPr/>
          <a:lstStyle/>
          <a:p>
            <a:endParaRPr lang="en-US" dirty="0"/>
          </a:p>
        </p:txBody>
      </p:sp>
      <p:sp>
        <p:nvSpPr>
          <p:cNvPr id="15" name="Slide Number Placeholder 14">
            <a:extLst>
              <a:ext uri="{FF2B5EF4-FFF2-40B4-BE49-F238E27FC236}">
                <a16:creationId xmlns:a16="http://schemas.microsoft.com/office/drawing/2014/main" id="{1D3A8A87-C3F9-4B96-5660-0250205C81CA}"/>
              </a:ext>
            </a:extLst>
          </p:cNvPr>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284202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5" y="6459791"/>
            <a:ext cx="2472271" cy="365125"/>
          </a:xfrm>
          <a:prstGeom prst="rect">
            <a:avLst/>
          </a:prstGeom>
        </p:spPr>
        <p:txBody>
          <a:bodyPr/>
          <a:lstStyle/>
          <a:p>
            <a:fld id="{FF5532B0-7BDE-48E0-B894-70462BE31AB6}"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237099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7285" y="6459791"/>
            <a:ext cx="2472271" cy="365125"/>
          </a:xfrm>
          <a:prstGeom prst="rect">
            <a:avLst/>
          </a:prstGeom>
        </p:spPr>
        <p:txBody>
          <a:bodyPr/>
          <a:lstStyle/>
          <a:p>
            <a:fld id="{E8DD9FA1-AF60-417A-BC98-0F842C6BACB6}"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D34442-3F6B-447F-BA0A-EA6B91D9644D}"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06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40"/>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5" y="6459791"/>
            <a:ext cx="2472271" cy="365125"/>
          </a:xfrm>
          <a:prstGeom prst="rect">
            <a:avLst/>
          </a:prstGeom>
        </p:spPr>
        <p:txBody>
          <a:bodyPr/>
          <a:lstStyle/>
          <a:p>
            <a:fld id="{027289C8-9784-47DA-A639-632188B95BC1}" type="datetime1">
              <a:rPr lang="en-US" smtClean="0"/>
              <a:t>3/26/2026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1726235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5" y="6459791"/>
            <a:ext cx="2472271" cy="365125"/>
          </a:xfrm>
          <a:prstGeom prst="rect">
            <a:avLst/>
          </a:prstGeom>
        </p:spPr>
        <p:txBody>
          <a:bodyPr/>
          <a:lstStyle/>
          <a:p>
            <a:fld id="{96FE9F98-3C9D-4EB6-BC10-81A812BFC426}" type="datetime1">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276964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5" y="6459791"/>
            <a:ext cx="2472271" cy="365125"/>
          </a:xfrm>
          <a:prstGeom prst="rect">
            <a:avLst/>
          </a:prstGeom>
        </p:spPr>
        <p:txBody>
          <a:bodyPr/>
          <a:lstStyle/>
          <a:p>
            <a:fld id="{5400C429-1FC4-487D-A721-AAF41850C642}" type="datetime1">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7282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6" name="Rectangle 5"/>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7" name="Date Placeholder 6"/>
          <p:cNvSpPr>
            <a:spLocks noGrp="1"/>
          </p:cNvSpPr>
          <p:nvPr>
            <p:ph type="dt" sz="half" idx="10"/>
          </p:nvPr>
        </p:nvSpPr>
        <p:spPr>
          <a:xfrm>
            <a:off x="1097285" y="6459791"/>
            <a:ext cx="2472271" cy="365125"/>
          </a:xfrm>
          <a:prstGeom prst="rect">
            <a:avLst/>
          </a:prstGeom>
        </p:spPr>
        <p:txBody>
          <a:bodyPr/>
          <a:lstStyle/>
          <a:p>
            <a:fld id="{8C82966C-766F-4A98-B187-22DF89EC7E1E}" type="datetime1">
              <a:rPr lang="en-US" smtClean="0"/>
              <a:t>3/26/2026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41910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1"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sz="1800"/>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sz="1800"/>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5" y="6459791"/>
            <a:ext cx="2618511" cy="365125"/>
          </a:xfrm>
          <a:prstGeom prst="rect">
            <a:avLst/>
          </a:prstGeom>
        </p:spPr>
        <p:txBody>
          <a:bodyPr/>
          <a:lstStyle>
            <a:lvl1pPr algn="l">
              <a:defRPr/>
            </a:lvl1pPr>
          </a:lstStyle>
          <a:p>
            <a:fld id="{B806FB81-1B20-42B6-9061-1660E0A48D5B}" type="datetime1">
              <a:rPr lang="en-US" smtClean="0"/>
              <a:t>3/26/2026</a:t>
            </a:fld>
            <a:endParaRPr lang="en-US" dirty="0"/>
          </a:p>
        </p:txBody>
      </p:sp>
      <p:sp>
        <p:nvSpPr>
          <p:cNvPr id="6" name="Footer Placeholder 5"/>
          <p:cNvSpPr>
            <a:spLocks noGrp="1"/>
          </p:cNvSpPr>
          <p:nvPr>
            <p:ph type="ftr" sz="quarter" idx="11"/>
          </p:nvPr>
        </p:nvSpPr>
        <p:spPr>
          <a:xfrm>
            <a:off x="4800600" y="6459791"/>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1D34442-3F6B-447F-BA0A-EA6B91D9644D}" type="slidenum">
              <a:rPr lang="en-US" smtClean="0"/>
              <a:t>‹#›</a:t>
            </a:fld>
            <a:endParaRPr lang="en-US"/>
          </a:p>
        </p:txBody>
      </p:sp>
    </p:spTree>
    <p:extLst>
      <p:ext uri="{BB962C8B-B14F-4D97-AF65-F5344CB8AC3E}">
        <p14:creationId xmlns:p14="http://schemas.microsoft.com/office/powerpoint/2010/main" val="2580961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4"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9" name="Rectangle 8"/>
          <p:cNvSpPr/>
          <p:nvPr/>
        </p:nvSpPr>
        <p:spPr>
          <a:xfrm>
            <a:off x="20"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0" y="0"/>
            <a:ext cx="12191985" cy="4915076"/>
          </a:xfrm>
          <a:solidFill>
            <a:schemeClr val="bg2">
              <a:lumMod val="90000"/>
            </a:schemeClr>
          </a:solidFill>
        </p:spPr>
        <p:txBody>
          <a:bodyPr lIns="457200" tIns="457200" anchor="t"/>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Date Placeholder 4"/>
          <p:cNvSpPr>
            <a:spLocks noGrp="1"/>
          </p:cNvSpPr>
          <p:nvPr>
            <p:ph type="dt" sz="half" idx="10"/>
          </p:nvPr>
        </p:nvSpPr>
        <p:spPr>
          <a:xfrm>
            <a:off x="1097285" y="6459791"/>
            <a:ext cx="2472271" cy="365125"/>
          </a:xfrm>
          <a:prstGeom prst="rect">
            <a:avLst/>
          </a:prstGeom>
        </p:spPr>
        <p:txBody>
          <a:bodyPr/>
          <a:lstStyle/>
          <a:p>
            <a:fld id="{C84E9ACF-D1F3-4043-A58B-BF457C77A579}" type="datetime1">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633506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5" y="6459791"/>
            <a:ext cx="2472271" cy="365125"/>
          </a:xfrm>
          <a:prstGeom prst="rect">
            <a:avLst/>
          </a:prstGeom>
        </p:spPr>
        <p:txBody>
          <a:bodyPr/>
          <a:lstStyle/>
          <a:p>
            <a:fld id="{12893A4F-ACDA-4E89-9B4B-22DFEAABECC3}"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4087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2"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3"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5" y="6459791"/>
            <a:ext cx="2472271" cy="365125"/>
          </a:xfrm>
          <a:prstGeom prst="rect">
            <a:avLst/>
          </a:prstGeom>
        </p:spPr>
        <p:txBody>
          <a:bodyPr/>
          <a:lstStyle/>
          <a:p>
            <a:fld id="{1CC2C750-FDAE-4B8C-AD21-D9D64D2A09C7}" type="datetime1">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D34442-3F6B-447F-BA0A-EA6B91D9644D}" type="slidenum">
              <a:rPr lang="en-US" smtClean="0"/>
              <a:t>‹#›</a:t>
            </a:fld>
            <a:endParaRPr lang="en-US"/>
          </a:p>
        </p:txBody>
      </p:sp>
    </p:spTree>
    <p:extLst>
      <p:ext uri="{BB962C8B-B14F-4D97-AF65-F5344CB8AC3E}">
        <p14:creationId xmlns:p14="http://schemas.microsoft.com/office/powerpoint/2010/main" val="326847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800" dirty="0"/>
          </a:p>
        </p:txBody>
      </p:sp>
      <p:sp>
        <p:nvSpPr>
          <p:cNvPr id="9" name="Rectangle 8"/>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sz="1800"/>
          </a:p>
        </p:txBody>
      </p:sp>
      <p:sp>
        <p:nvSpPr>
          <p:cNvPr id="2" name="Title Placeholder 1"/>
          <p:cNvSpPr>
            <a:spLocks noGrp="1"/>
          </p:cNvSpPr>
          <p:nvPr>
            <p:ph type="title"/>
          </p:nvPr>
        </p:nvSpPr>
        <p:spPr>
          <a:xfrm>
            <a:off x="1097280" y="286607"/>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5" y="6459791"/>
            <a:ext cx="2472271" cy="365125"/>
          </a:xfrm>
          <a:prstGeom prst="rect">
            <a:avLst/>
          </a:prstGeom>
        </p:spPr>
        <p:txBody>
          <a:bodyPr vert="horz" lIns="91440" tIns="45720" rIns="91440" bIns="45720" rtlCol="0" anchor="ctr"/>
          <a:lstStyle>
            <a:lvl1pPr algn="l">
              <a:defRPr sz="2400">
                <a:solidFill>
                  <a:srgbClr val="FFFFFF"/>
                </a:solidFill>
              </a:defRPr>
            </a:lvl1pPr>
          </a:lstStyle>
          <a:p>
            <a:fld id="{343C30D8-5B82-4A26-B88B-75D145BC69BB}" type="datetime1">
              <a:rPr lang="en-US" smtClean="0"/>
              <a:t>3/26/2026</a:t>
            </a:fld>
            <a:endParaRPr lang="en-US" dirty="0"/>
          </a:p>
        </p:txBody>
      </p:sp>
      <p:sp>
        <p:nvSpPr>
          <p:cNvPr id="5" name="Footer Placeholder 4"/>
          <p:cNvSpPr>
            <a:spLocks noGrp="1"/>
          </p:cNvSpPr>
          <p:nvPr>
            <p:ph type="ftr" sz="quarter" idx="3"/>
          </p:nvPr>
        </p:nvSpPr>
        <p:spPr>
          <a:xfrm>
            <a:off x="3686187" y="6459791"/>
            <a:ext cx="4822804" cy="365125"/>
          </a:xfrm>
          <a:prstGeom prst="rect">
            <a:avLst/>
          </a:prstGeom>
        </p:spPr>
        <p:txBody>
          <a:bodyPr vert="horz" lIns="91440" tIns="45720" rIns="91440" bIns="45720" rtlCol="0" anchor="ctr"/>
          <a:lstStyle>
            <a:lvl1pPr algn="ctr">
              <a:defRPr sz="24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62" y="6459791"/>
            <a:ext cx="1312025" cy="365125"/>
          </a:xfrm>
          <a:prstGeom prst="rect">
            <a:avLst/>
          </a:prstGeom>
        </p:spPr>
        <p:txBody>
          <a:bodyPr vert="horz" lIns="91440" tIns="45720" rIns="91440" bIns="45720" rtlCol="0" anchor="ctr"/>
          <a:lstStyle>
            <a:lvl1pPr algn="r">
              <a:defRPr sz="2400">
                <a:solidFill>
                  <a:srgbClr val="FFFFFF"/>
                </a:solidFill>
              </a:defRPr>
            </a:lvl1pPr>
          </a:lstStyle>
          <a:p>
            <a:fld id="{E1D34442-3F6B-447F-BA0A-EA6B91D9644D}"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1978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354"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36" indent="-91436" algn="l" defTabSz="914354"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29" indent="-182870"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00"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71"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42"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8.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6.png"/><Relationship Id="rId5" Type="http://schemas.openxmlformats.org/officeDocument/2006/relationships/image" Target="../media/image38.png"/><Relationship Id="rId10" Type="http://schemas.openxmlformats.org/officeDocument/2006/relationships/image" Target="../media/image45.png"/><Relationship Id="rId4" Type="http://schemas.openxmlformats.org/officeDocument/2006/relationships/image" Target="../media/image37.png"/><Relationship Id="rId9" Type="http://schemas.openxmlformats.org/officeDocument/2006/relationships/image" Target="../media/image44.png"/></Relationships>
</file>

<file path=ppt/slides/_rels/slide2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2.png"/><Relationship Id="rId7"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image" Target="../media/image67.png"/></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09654-E2F2-4606-0B8E-8C76B500AD79}"/>
              </a:ext>
            </a:extLst>
          </p:cNvPr>
          <p:cNvSpPr>
            <a:spLocks noGrp="1"/>
          </p:cNvSpPr>
          <p:nvPr>
            <p:ph type="ctrTitle"/>
          </p:nvPr>
        </p:nvSpPr>
        <p:spPr>
          <a:xfrm>
            <a:off x="1074131" y="927463"/>
            <a:ext cx="6669333" cy="2311531"/>
          </a:xfrm>
        </p:spPr>
        <p:txBody>
          <a:bodyPr>
            <a:noAutofit/>
          </a:bodyPr>
          <a:lstStyle/>
          <a:p>
            <a:r>
              <a:rPr lang="es-CL" sz="4000" noProof="0" dirty="0"/>
              <a:t>Diseño, construcción e implementación de fuente de poder y sistema de monitoreo de estado para robot bípedo</a:t>
            </a:r>
          </a:p>
        </p:txBody>
      </p:sp>
      <p:sp>
        <p:nvSpPr>
          <p:cNvPr id="3" name="Subtitle 2">
            <a:extLst>
              <a:ext uri="{FF2B5EF4-FFF2-40B4-BE49-F238E27FC236}">
                <a16:creationId xmlns:a16="http://schemas.microsoft.com/office/drawing/2014/main" id="{D5C90277-36A6-4E54-D56E-5F38393A95AC}"/>
              </a:ext>
            </a:extLst>
          </p:cNvPr>
          <p:cNvSpPr>
            <a:spLocks noGrp="1"/>
          </p:cNvSpPr>
          <p:nvPr>
            <p:ph type="subTitle" idx="1"/>
          </p:nvPr>
        </p:nvSpPr>
        <p:spPr>
          <a:xfrm>
            <a:off x="966077" y="5337542"/>
            <a:ext cx="10058400" cy="761505"/>
          </a:xfrm>
        </p:spPr>
        <p:txBody>
          <a:bodyPr/>
          <a:lstStyle/>
          <a:p>
            <a:r>
              <a:rPr lang="es-CL" noProof="0" dirty="0"/>
              <a:t>Alonso Garrido Diaz</a:t>
            </a:r>
          </a:p>
        </p:txBody>
      </p:sp>
      <p:sp>
        <p:nvSpPr>
          <p:cNvPr id="6" name="Slide Number Placeholder 5">
            <a:extLst>
              <a:ext uri="{FF2B5EF4-FFF2-40B4-BE49-F238E27FC236}">
                <a16:creationId xmlns:a16="http://schemas.microsoft.com/office/drawing/2014/main" id="{684568A4-3A9C-774F-1CB2-28D08A7B7409}"/>
              </a:ext>
            </a:extLst>
          </p:cNvPr>
          <p:cNvSpPr>
            <a:spLocks noGrp="1"/>
          </p:cNvSpPr>
          <p:nvPr>
            <p:ph type="sldNum" sz="quarter" idx="12"/>
          </p:nvPr>
        </p:nvSpPr>
        <p:spPr/>
        <p:txBody>
          <a:bodyPr/>
          <a:lstStyle/>
          <a:p>
            <a:fld id="{E1D34442-3F6B-447F-BA0A-EA6B91D9644D}" type="slidenum">
              <a:rPr lang="es-CL" noProof="0" smtClean="0"/>
              <a:t>1</a:t>
            </a:fld>
            <a:endParaRPr lang="es-CL" noProof="0" dirty="0"/>
          </a:p>
        </p:txBody>
      </p:sp>
      <p:sp>
        <p:nvSpPr>
          <p:cNvPr id="8" name="Arrow: Pentagon 7">
            <a:extLst>
              <a:ext uri="{FF2B5EF4-FFF2-40B4-BE49-F238E27FC236}">
                <a16:creationId xmlns:a16="http://schemas.microsoft.com/office/drawing/2014/main" id="{31B27321-9E6F-11C1-C0E3-E8250F07A708}"/>
              </a:ext>
            </a:extLst>
          </p:cNvPr>
          <p:cNvSpPr/>
          <p:nvPr/>
        </p:nvSpPr>
        <p:spPr>
          <a:xfrm>
            <a:off x="912087" y="8184574"/>
            <a:ext cx="1886675" cy="408640"/>
          </a:xfrm>
          <a:prstGeom prst="homePlate">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t>Introducción</a:t>
            </a:r>
          </a:p>
        </p:txBody>
      </p:sp>
      <p:sp>
        <p:nvSpPr>
          <p:cNvPr id="10" name="Arrow: Chevron 9">
            <a:extLst>
              <a:ext uri="{FF2B5EF4-FFF2-40B4-BE49-F238E27FC236}">
                <a16:creationId xmlns:a16="http://schemas.microsoft.com/office/drawing/2014/main" id="{8DC8CFDA-5177-1C9A-7CA3-66E47536CE2C}"/>
              </a:ext>
            </a:extLst>
          </p:cNvPr>
          <p:cNvSpPr/>
          <p:nvPr/>
        </p:nvSpPr>
        <p:spPr>
          <a:xfrm>
            <a:off x="2704718" y="8184574"/>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600" noProof="0" dirty="0">
                <a:solidFill>
                  <a:schemeClr val="bg1"/>
                </a:solidFill>
              </a:rPr>
              <a:t>Marco teórico</a:t>
            </a:r>
          </a:p>
        </p:txBody>
      </p:sp>
      <p:sp>
        <p:nvSpPr>
          <p:cNvPr id="12" name="Arrow: Chevron 11">
            <a:extLst>
              <a:ext uri="{FF2B5EF4-FFF2-40B4-BE49-F238E27FC236}">
                <a16:creationId xmlns:a16="http://schemas.microsoft.com/office/drawing/2014/main" id="{9EAE2D8B-915F-CAC2-6580-EE9880EAE86E}"/>
              </a:ext>
            </a:extLst>
          </p:cNvPr>
          <p:cNvSpPr/>
          <p:nvPr/>
        </p:nvSpPr>
        <p:spPr>
          <a:xfrm>
            <a:off x="4496531" y="8184574"/>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Desarrollo</a:t>
            </a:r>
          </a:p>
        </p:txBody>
      </p:sp>
      <p:sp>
        <p:nvSpPr>
          <p:cNvPr id="13" name="Arrow: Chevron 12">
            <a:extLst>
              <a:ext uri="{FF2B5EF4-FFF2-40B4-BE49-F238E27FC236}">
                <a16:creationId xmlns:a16="http://schemas.microsoft.com/office/drawing/2014/main" id="{E5991066-2527-AB26-5533-CA7490CD9C73}"/>
              </a:ext>
            </a:extLst>
          </p:cNvPr>
          <p:cNvSpPr/>
          <p:nvPr/>
        </p:nvSpPr>
        <p:spPr>
          <a:xfrm>
            <a:off x="6286899" y="8184574"/>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Pruebas</a:t>
            </a:r>
          </a:p>
        </p:txBody>
      </p:sp>
      <p:grpSp>
        <p:nvGrpSpPr>
          <p:cNvPr id="7" name="Group 6">
            <a:extLst>
              <a:ext uri="{FF2B5EF4-FFF2-40B4-BE49-F238E27FC236}">
                <a16:creationId xmlns:a16="http://schemas.microsoft.com/office/drawing/2014/main" id="{1FF4B3C7-7E35-6E38-B09C-383B5E9E2694}"/>
              </a:ext>
            </a:extLst>
          </p:cNvPr>
          <p:cNvGrpSpPr/>
          <p:nvPr/>
        </p:nvGrpSpPr>
        <p:grpSpPr>
          <a:xfrm>
            <a:off x="8076755" y="8184574"/>
            <a:ext cx="1935867" cy="408641"/>
            <a:chOff x="8130745" y="5690408"/>
            <a:chExt cx="1935867" cy="408641"/>
          </a:xfrm>
        </p:grpSpPr>
        <p:sp>
          <p:nvSpPr>
            <p:cNvPr id="14" name="Rectangle 13">
              <a:extLst>
                <a:ext uri="{FF2B5EF4-FFF2-40B4-BE49-F238E27FC236}">
                  <a16:creationId xmlns:a16="http://schemas.microsoft.com/office/drawing/2014/main" id="{CD2A0557-E131-7C88-A302-6E7695D3E96E}"/>
                </a:ext>
              </a:extLst>
            </p:cNvPr>
            <p:cNvSpPr>
              <a:spLocks/>
            </p:cNvSpPr>
            <p:nvPr/>
          </p:nvSpPr>
          <p:spPr>
            <a:xfrm>
              <a:off x="8833613" y="5690409"/>
              <a:ext cx="1232999" cy="408640"/>
            </a:xfrm>
            <a:prstGeom prst="rect">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1" name="Arrow: Chevron 10">
              <a:extLst>
                <a:ext uri="{FF2B5EF4-FFF2-40B4-BE49-F238E27FC236}">
                  <a16:creationId xmlns:a16="http://schemas.microsoft.com/office/drawing/2014/main" id="{B5D9A38B-EBFD-6904-626F-A87F9D65BA6B}"/>
                </a:ext>
              </a:extLst>
            </p:cNvPr>
            <p:cNvSpPr>
              <a:spLocks/>
            </p:cNvSpPr>
            <p:nvPr/>
          </p:nvSpPr>
          <p:spPr>
            <a:xfrm>
              <a:off x="8130745" y="5690408"/>
              <a:ext cx="1935867"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Conclusiones</a:t>
              </a:r>
            </a:p>
          </p:txBody>
        </p:sp>
      </p:grpSp>
      <p:sp>
        <p:nvSpPr>
          <p:cNvPr id="4" name="TextBox 3">
            <a:extLst>
              <a:ext uri="{FF2B5EF4-FFF2-40B4-BE49-F238E27FC236}">
                <a16:creationId xmlns:a16="http://schemas.microsoft.com/office/drawing/2014/main" id="{43BEFB2A-4258-9D6E-3884-D131E2F4C395}"/>
              </a:ext>
            </a:extLst>
          </p:cNvPr>
          <p:cNvSpPr txBox="1"/>
          <p:nvPr/>
        </p:nvSpPr>
        <p:spPr>
          <a:xfrm>
            <a:off x="966077" y="4353732"/>
            <a:ext cx="5533374" cy="646331"/>
          </a:xfrm>
          <a:prstGeom prst="rect">
            <a:avLst/>
          </a:prstGeom>
          <a:noFill/>
        </p:spPr>
        <p:txBody>
          <a:bodyPr wrap="none" rtlCol="0">
            <a:spAutoFit/>
          </a:bodyPr>
          <a:lstStyle/>
          <a:p>
            <a:r>
              <a:rPr lang="es-CL" noProof="0" dirty="0"/>
              <a:t>Presentación de memoria de título para optar al título de </a:t>
            </a:r>
          </a:p>
          <a:p>
            <a:r>
              <a:rPr lang="es-CL" noProof="0" dirty="0"/>
              <a:t>Ingeniero civil Eléctrico</a:t>
            </a:r>
          </a:p>
        </p:txBody>
      </p:sp>
      <p:sp>
        <p:nvSpPr>
          <p:cNvPr id="5" name="TextBox 4">
            <a:extLst>
              <a:ext uri="{FF2B5EF4-FFF2-40B4-BE49-F238E27FC236}">
                <a16:creationId xmlns:a16="http://schemas.microsoft.com/office/drawing/2014/main" id="{8762F980-FEB2-7C7E-1D82-449F24EDE9ED}"/>
              </a:ext>
            </a:extLst>
          </p:cNvPr>
          <p:cNvSpPr txBox="1"/>
          <p:nvPr/>
        </p:nvSpPr>
        <p:spPr>
          <a:xfrm>
            <a:off x="7127830" y="5268911"/>
            <a:ext cx="2369944" cy="923330"/>
          </a:xfrm>
          <a:prstGeom prst="rect">
            <a:avLst/>
          </a:prstGeom>
          <a:noFill/>
        </p:spPr>
        <p:txBody>
          <a:bodyPr wrap="square" rtlCol="0">
            <a:spAutoFit/>
          </a:bodyPr>
          <a:lstStyle/>
          <a:p>
            <a:r>
              <a:rPr lang="es-CL" noProof="0" dirty="0"/>
              <a:t>Profesor Guía:</a:t>
            </a:r>
          </a:p>
          <a:p>
            <a:r>
              <a:rPr lang="es-CL" noProof="0" dirty="0"/>
              <a:t>Profesores Comisión:</a:t>
            </a:r>
          </a:p>
          <a:p>
            <a:endParaRPr lang="es-CL" noProof="0" dirty="0"/>
          </a:p>
        </p:txBody>
      </p:sp>
      <p:sp>
        <p:nvSpPr>
          <p:cNvPr id="16" name="TextBox 15">
            <a:extLst>
              <a:ext uri="{FF2B5EF4-FFF2-40B4-BE49-F238E27FC236}">
                <a16:creationId xmlns:a16="http://schemas.microsoft.com/office/drawing/2014/main" id="{61D16C14-269C-194C-046A-B58C7B32B3D0}"/>
              </a:ext>
            </a:extLst>
          </p:cNvPr>
          <p:cNvSpPr txBox="1"/>
          <p:nvPr/>
        </p:nvSpPr>
        <p:spPr>
          <a:xfrm>
            <a:off x="9184409" y="5268911"/>
            <a:ext cx="2450360" cy="923330"/>
          </a:xfrm>
          <a:prstGeom prst="rect">
            <a:avLst/>
          </a:prstGeom>
          <a:noFill/>
        </p:spPr>
        <p:txBody>
          <a:bodyPr wrap="square" rtlCol="0">
            <a:spAutoFit/>
          </a:bodyPr>
          <a:lstStyle/>
          <a:p>
            <a:r>
              <a:rPr lang="es-CL" noProof="0" dirty="0"/>
              <a:t>Dr. José Espinoza </a:t>
            </a:r>
          </a:p>
          <a:p>
            <a:r>
              <a:rPr lang="es-CL" noProof="0" dirty="0"/>
              <a:t>Dr. Lautaro Salazar</a:t>
            </a:r>
          </a:p>
          <a:p>
            <a:r>
              <a:rPr lang="es-CL" noProof="0" dirty="0"/>
              <a:t>Dr. Eduardo </a:t>
            </a:r>
            <a:r>
              <a:rPr lang="es-CL" noProof="0" dirty="0" err="1"/>
              <a:t>Wiechmann</a:t>
            </a:r>
            <a:endParaRPr lang="es-CL" noProof="0" dirty="0"/>
          </a:p>
        </p:txBody>
      </p:sp>
      <p:pic>
        <p:nvPicPr>
          <p:cNvPr id="24" name="Picture 23">
            <a:extLst>
              <a:ext uri="{FF2B5EF4-FFF2-40B4-BE49-F238E27FC236}">
                <a16:creationId xmlns:a16="http://schemas.microsoft.com/office/drawing/2014/main" id="{5F252C9F-D336-89F0-5D28-6BD928DB7577}"/>
              </a:ext>
            </a:extLst>
          </p:cNvPr>
          <p:cNvPicPr>
            <a:picLocks noChangeAspect="1"/>
          </p:cNvPicPr>
          <p:nvPr/>
        </p:nvPicPr>
        <p:blipFill>
          <a:blip r:embed="rId3">
            <a:extLst>
              <a:ext uri="{28A0092B-C50C-407E-A947-70E740481C1C}">
                <a14:useLocalDpi xmlns:a14="http://schemas.microsoft.com/office/drawing/2010/main" val="0"/>
              </a:ext>
            </a:extLst>
          </a:blip>
          <a:srcRect l="16188" t="20935" r="17173" b="21751"/>
          <a:stretch>
            <a:fillRect/>
          </a:stretch>
        </p:blipFill>
        <p:spPr>
          <a:xfrm>
            <a:off x="8173574" y="1405907"/>
            <a:ext cx="3229704" cy="1561295"/>
          </a:xfrm>
          <a:prstGeom prst="rect">
            <a:avLst/>
          </a:prstGeom>
        </p:spPr>
      </p:pic>
    </p:spTree>
    <p:extLst>
      <p:ext uri="{BB962C8B-B14F-4D97-AF65-F5344CB8AC3E}">
        <p14:creationId xmlns:p14="http://schemas.microsoft.com/office/powerpoint/2010/main" val="2257169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242D1-D833-E0AA-AE63-B99C76D33C7E}"/>
              </a:ext>
            </a:extLst>
          </p:cNvPr>
          <p:cNvSpPr>
            <a:spLocks noGrp="1"/>
          </p:cNvSpPr>
          <p:nvPr>
            <p:ph type="title"/>
          </p:nvPr>
        </p:nvSpPr>
        <p:spPr>
          <a:xfrm>
            <a:off x="1097280" y="286607"/>
            <a:ext cx="10058400" cy="1450757"/>
          </a:xfrm>
        </p:spPr>
        <p:txBody>
          <a:bodyPr anchor="b">
            <a:normAutofit/>
          </a:bodyPr>
          <a:lstStyle/>
          <a:p>
            <a:r>
              <a:rPr lang="es-CL" noProof="0" dirty="0"/>
              <a:t>Motivación</a:t>
            </a:r>
          </a:p>
        </p:txBody>
      </p:sp>
      <p:sp>
        <p:nvSpPr>
          <p:cNvPr id="13" name="Content Placeholder 2">
            <a:extLst>
              <a:ext uri="{FF2B5EF4-FFF2-40B4-BE49-F238E27FC236}">
                <a16:creationId xmlns:a16="http://schemas.microsoft.com/office/drawing/2014/main" id="{D8EB9670-1C18-7E86-1B72-B79BA021FD92}"/>
              </a:ext>
            </a:extLst>
          </p:cNvPr>
          <p:cNvSpPr>
            <a:spLocks noGrp="1"/>
          </p:cNvSpPr>
          <p:nvPr>
            <p:ph sz="half" idx="1"/>
          </p:nvPr>
        </p:nvSpPr>
        <p:spPr>
          <a:xfrm>
            <a:off x="1097280" y="2335317"/>
            <a:ext cx="4937760" cy="3044616"/>
          </a:xfrm>
        </p:spPr>
        <p:txBody>
          <a:bodyPr>
            <a:normAutofit/>
          </a:bodyPr>
          <a:lstStyle/>
          <a:p>
            <a:pPr lvl="1"/>
            <a:r>
              <a:rPr lang="es-CL" noProof="0" dirty="0"/>
              <a:t>Desarrollo del primer robot bípedo (B1P0) en la Universidad de Concepción</a:t>
            </a:r>
          </a:p>
          <a:p>
            <a:pPr lvl="1"/>
            <a:endParaRPr lang="es-CL" noProof="0" dirty="0"/>
          </a:p>
          <a:p>
            <a:pPr lvl="1"/>
            <a:r>
              <a:rPr lang="es-CL" noProof="0" dirty="0"/>
              <a:t>Robot con fines de exploración bípedo que utiliza motores de alta dinámica.</a:t>
            </a:r>
          </a:p>
          <a:p>
            <a:pPr lvl="1"/>
            <a:endParaRPr lang="es-CL" noProof="0" dirty="0"/>
          </a:p>
          <a:p>
            <a:pPr lvl="1"/>
            <a:endParaRPr lang="es-CL" noProof="0" dirty="0"/>
          </a:p>
          <a:p>
            <a:pPr lvl="1"/>
            <a:endParaRPr lang="es-CL" noProof="0" dirty="0"/>
          </a:p>
          <a:p>
            <a:pPr lvl="1"/>
            <a:endParaRPr lang="es-CL" noProof="0" dirty="0"/>
          </a:p>
        </p:txBody>
      </p:sp>
      <p:sp>
        <p:nvSpPr>
          <p:cNvPr id="6" name="Slide Number Placeholder 5">
            <a:extLst>
              <a:ext uri="{FF2B5EF4-FFF2-40B4-BE49-F238E27FC236}">
                <a16:creationId xmlns:a16="http://schemas.microsoft.com/office/drawing/2014/main" id="{5B7B9FB8-099C-E0F6-4E9D-E9B0CBB65F4B}"/>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a:t>
            </a:fld>
            <a:endParaRPr lang="es-CL" sz="1900" noProof="0" dirty="0"/>
          </a:p>
        </p:txBody>
      </p:sp>
      <p:pic>
        <p:nvPicPr>
          <p:cNvPr id="5" name="Content Placeholder 4">
            <a:extLst>
              <a:ext uri="{FF2B5EF4-FFF2-40B4-BE49-F238E27FC236}">
                <a16:creationId xmlns:a16="http://schemas.microsoft.com/office/drawing/2014/main" id="{E89C5F17-6529-B9CB-3D39-727BEF3EFC4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01314" y="2163825"/>
            <a:ext cx="3370973" cy="3387600"/>
          </a:xfrm>
          <a:prstGeom prst="rect">
            <a:avLst/>
          </a:prstGeom>
        </p:spPr>
      </p:pic>
      <p:sp>
        <p:nvSpPr>
          <p:cNvPr id="3" name="TextBox 2">
            <a:extLst>
              <a:ext uri="{FF2B5EF4-FFF2-40B4-BE49-F238E27FC236}">
                <a16:creationId xmlns:a16="http://schemas.microsoft.com/office/drawing/2014/main" id="{AB3039D3-E0A5-9CCD-7CAD-D33B137419A7}"/>
              </a:ext>
            </a:extLst>
          </p:cNvPr>
          <p:cNvSpPr txBox="1"/>
          <p:nvPr/>
        </p:nvSpPr>
        <p:spPr>
          <a:xfrm>
            <a:off x="7986834" y="5636274"/>
            <a:ext cx="1736286" cy="369332"/>
          </a:xfrm>
          <a:prstGeom prst="rect">
            <a:avLst/>
          </a:prstGeom>
          <a:noFill/>
        </p:spPr>
        <p:txBody>
          <a:bodyPr wrap="square" rtlCol="0">
            <a:spAutoFit/>
          </a:bodyPr>
          <a:lstStyle/>
          <a:p>
            <a:r>
              <a:rPr lang="es-CL" noProof="0" dirty="0"/>
              <a:t>Robot B1P0</a:t>
            </a:r>
          </a:p>
        </p:txBody>
      </p:sp>
    </p:spTree>
    <p:extLst>
      <p:ext uri="{BB962C8B-B14F-4D97-AF65-F5344CB8AC3E}">
        <p14:creationId xmlns:p14="http://schemas.microsoft.com/office/powerpoint/2010/main" val="1208796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CE9EDEF-591F-8ECC-60E6-26BFC73C30F7}"/>
              </a:ext>
            </a:extLst>
          </p:cNvPr>
          <p:cNvSpPr>
            <a:spLocks noGrp="1"/>
          </p:cNvSpPr>
          <p:nvPr>
            <p:ph type="title"/>
          </p:nvPr>
        </p:nvSpPr>
        <p:spPr>
          <a:xfrm>
            <a:off x="457200" y="594359"/>
            <a:ext cx="3200400" cy="555172"/>
          </a:xfrm>
        </p:spPr>
        <p:txBody>
          <a:bodyPr>
            <a:normAutofit fontScale="90000"/>
          </a:bodyPr>
          <a:lstStyle/>
          <a:p>
            <a:r>
              <a:rPr lang="en-US" dirty="0" err="1"/>
              <a:t>Proyectos</a:t>
            </a:r>
            <a:r>
              <a:rPr lang="en-US" dirty="0"/>
              <a:t> B1P0</a:t>
            </a:r>
          </a:p>
        </p:txBody>
      </p:sp>
      <p:pic>
        <p:nvPicPr>
          <p:cNvPr id="7" name="Content Placeholder 6">
            <a:extLst>
              <a:ext uri="{FF2B5EF4-FFF2-40B4-BE49-F238E27FC236}">
                <a16:creationId xmlns:a16="http://schemas.microsoft.com/office/drawing/2014/main" id="{414F68C3-A1A1-F25D-371A-F5469B5B096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304" r="11274" b="-1"/>
          <a:stretch>
            <a:fillRect/>
          </a:stretch>
        </p:blipFill>
        <p:spPr>
          <a:xfrm>
            <a:off x="4603334" y="522516"/>
            <a:ext cx="6895484" cy="5584371"/>
          </a:xfrm>
          <a:prstGeom prst="rect">
            <a:avLst/>
          </a:prstGeom>
          <a:noFill/>
        </p:spPr>
      </p:pic>
      <p:sp>
        <p:nvSpPr>
          <p:cNvPr id="14" name="Text Placeholder 3">
            <a:extLst>
              <a:ext uri="{FF2B5EF4-FFF2-40B4-BE49-F238E27FC236}">
                <a16:creationId xmlns:a16="http://schemas.microsoft.com/office/drawing/2014/main" id="{F8B827F2-E496-E9E1-BF98-41BA38A49499}"/>
              </a:ext>
            </a:extLst>
          </p:cNvPr>
          <p:cNvSpPr>
            <a:spLocks noGrp="1"/>
          </p:cNvSpPr>
          <p:nvPr>
            <p:ph type="body" sz="half" idx="2"/>
          </p:nvPr>
        </p:nvSpPr>
        <p:spPr>
          <a:xfrm>
            <a:off x="195943" y="1658983"/>
            <a:ext cx="3727875" cy="4698473"/>
          </a:xfrm>
        </p:spPr>
        <p:txBody>
          <a:bodyPr>
            <a:normAutofit fontScale="92500" lnSpcReduction="10000"/>
          </a:bodyPr>
          <a:lstStyle/>
          <a:p>
            <a:pPr marL="285750" indent="-285750">
              <a:buFont typeface="Arial" panose="020B0604020202020204" pitchFamily="34" charset="0"/>
              <a:buChar char="•"/>
            </a:pPr>
            <a:r>
              <a:rPr lang="es-CL" sz="1800" dirty="0"/>
              <a:t>Bastián Inostroza - I.C. Electrónica, </a:t>
            </a:r>
            <a:br>
              <a:rPr lang="es-CL" sz="1800" dirty="0"/>
            </a:br>
            <a:r>
              <a:rPr lang="es-CL" sz="1800" dirty="0" err="1"/>
              <a:t>MdT</a:t>
            </a:r>
            <a:r>
              <a:rPr lang="es-CL" sz="1800" dirty="0"/>
              <a:t> - Actuadores en robot de alta dinámica</a:t>
            </a:r>
          </a:p>
          <a:p>
            <a:pPr marL="285750" indent="-285750">
              <a:buFont typeface="Arial" panose="020B0604020202020204" pitchFamily="34" charset="0"/>
              <a:buChar char="•"/>
            </a:pPr>
            <a:r>
              <a:rPr lang="es-CL" sz="1800" dirty="0"/>
              <a:t>Germán Inostroza - I.C. Electrónica, PMT – Placa de comunicaciones  *</a:t>
            </a:r>
            <a:r>
              <a:rPr lang="es-CL" sz="1800" dirty="0" err="1"/>
              <a:t>MdT</a:t>
            </a:r>
            <a:r>
              <a:rPr lang="es-CL" sz="1800" dirty="0"/>
              <a:t> - Cinemática inversa</a:t>
            </a:r>
          </a:p>
          <a:p>
            <a:pPr marL="285750" indent="-285750">
              <a:buFont typeface="Arial" panose="020B0604020202020204" pitchFamily="34" charset="0"/>
              <a:buChar char="•"/>
            </a:pPr>
            <a:r>
              <a:rPr lang="es-CL" sz="1800" dirty="0" err="1"/>
              <a:t>Julian</a:t>
            </a:r>
            <a:r>
              <a:rPr lang="es-CL" sz="1800" dirty="0"/>
              <a:t> Muñoz - I.C. Electrónica, </a:t>
            </a:r>
            <a:br>
              <a:rPr lang="es-CL" sz="1800" dirty="0"/>
            </a:br>
            <a:r>
              <a:rPr lang="es-CL" sz="1800" dirty="0"/>
              <a:t>PMT - Gemelo digital</a:t>
            </a:r>
          </a:p>
          <a:p>
            <a:pPr marL="285750" indent="-285750">
              <a:buFont typeface="Arial" panose="020B0604020202020204" pitchFamily="34" charset="0"/>
              <a:buChar char="•"/>
            </a:pPr>
            <a:r>
              <a:rPr lang="es-CL" sz="1800" dirty="0"/>
              <a:t>Matías Ulloa - I.C. Electrónica, </a:t>
            </a:r>
            <a:br>
              <a:rPr lang="es-CL" sz="1800" dirty="0"/>
            </a:br>
            <a:r>
              <a:rPr lang="es-CL" sz="1800" dirty="0"/>
              <a:t>PMT – </a:t>
            </a:r>
            <a:r>
              <a:rPr lang="es-CL" sz="1800"/>
              <a:t>Modelo de </a:t>
            </a:r>
            <a:r>
              <a:rPr lang="es-CL" sz="1800" dirty="0"/>
              <a:t>estabilización</a:t>
            </a:r>
          </a:p>
          <a:p>
            <a:pPr marL="285750" indent="-285750">
              <a:buFont typeface="Arial" panose="020B0604020202020204" pitchFamily="34" charset="0"/>
              <a:buChar char="•"/>
            </a:pPr>
            <a:r>
              <a:rPr lang="es-CL" sz="1800" dirty="0"/>
              <a:t>Nicolás Vergara - I.C. Electrónica,     PMT - Reconocimiento de imágenes</a:t>
            </a:r>
          </a:p>
          <a:p>
            <a:pPr marL="285750" indent="-285750">
              <a:buFont typeface="Arial" panose="020B0604020202020204" pitchFamily="34" charset="0"/>
              <a:buChar char="•"/>
            </a:pPr>
            <a:r>
              <a:rPr lang="es-CL" sz="1800" dirty="0"/>
              <a:t>Alonso Garrido - I.C. Eléctrica,          </a:t>
            </a:r>
            <a:r>
              <a:rPr lang="es-CL" sz="1800" dirty="0" err="1"/>
              <a:t>MdT</a:t>
            </a:r>
            <a:r>
              <a:rPr lang="es-CL" sz="1800" dirty="0"/>
              <a:t> -</a:t>
            </a:r>
            <a:r>
              <a:rPr lang="en-US" sz="1800" dirty="0" err="1"/>
              <a:t>Alimentación</a:t>
            </a:r>
            <a:r>
              <a:rPr lang="en-US" sz="1800" dirty="0"/>
              <a:t> </a:t>
            </a:r>
            <a:r>
              <a:rPr lang="en-US" sz="1800" dirty="0" err="1"/>
              <a:t>autónoma</a:t>
            </a:r>
            <a:endParaRPr lang="en-US" sz="1800" dirty="0"/>
          </a:p>
          <a:p>
            <a:endParaRPr lang="en-US" sz="1800" dirty="0"/>
          </a:p>
          <a:p>
            <a:r>
              <a:rPr lang="en-US" sz="1800" dirty="0"/>
              <a:t>* En </a:t>
            </a:r>
            <a:r>
              <a:rPr lang="en-US" sz="1800" dirty="0" err="1"/>
              <a:t>curso</a:t>
            </a:r>
            <a:endParaRPr lang="es-CL" sz="1800" dirty="0"/>
          </a:p>
        </p:txBody>
      </p:sp>
      <p:sp>
        <p:nvSpPr>
          <p:cNvPr id="5" name="Slide Number Placeholder 4">
            <a:extLst>
              <a:ext uri="{FF2B5EF4-FFF2-40B4-BE49-F238E27FC236}">
                <a16:creationId xmlns:a16="http://schemas.microsoft.com/office/drawing/2014/main" id="{F760F0AA-71EF-293F-6F58-83518AE19EFB}"/>
              </a:ext>
            </a:extLst>
          </p:cNvPr>
          <p:cNvSpPr>
            <a:spLocks noGrp="1"/>
          </p:cNvSpPr>
          <p:nvPr>
            <p:ph type="sldNum" sz="quarter" idx="12"/>
          </p:nvPr>
        </p:nvSpPr>
        <p:spPr>
          <a:xfrm>
            <a:off x="9900462" y="6459791"/>
            <a:ext cx="1312025" cy="365125"/>
          </a:xfrm>
        </p:spPr>
        <p:txBody>
          <a:bodyPr anchor="ctr">
            <a:normAutofit/>
          </a:bodyPr>
          <a:lstStyle/>
          <a:p>
            <a:pPr>
              <a:lnSpc>
                <a:spcPct val="90000"/>
              </a:lnSpc>
              <a:spcAft>
                <a:spcPts val="600"/>
              </a:spcAft>
            </a:pPr>
            <a:fld id="{E1D34442-3F6B-447F-BA0A-EA6B91D9644D}" type="slidenum">
              <a:rPr lang="en-US" sz="1900" smtClean="0"/>
              <a:pPr>
                <a:lnSpc>
                  <a:spcPct val="90000"/>
                </a:lnSpc>
                <a:spcAft>
                  <a:spcPts val="600"/>
                </a:spcAft>
              </a:pPr>
              <a:t>3</a:t>
            </a:fld>
            <a:endParaRPr lang="en-US" sz="1900"/>
          </a:p>
        </p:txBody>
      </p:sp>
    </p:spTree>
    <p:extLst>
      <p:ext uri="{BB962C8B-B14F-4D97-AF65-F5344CB8AC3E}">
        <p14:creationId xmlns:p14="http://schemas.microsoft.com/office/powerpoint/2010/main" val="4009045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3BCC-4937-85B7-D3DF-AD46454D3E8F}"/>
              </a:ext>
            </a:extLst>
          </p:cNvPr>
          <p:cNvSpPr>
            <a:spLocks noGrp="1"/>
          </p:cNvSpPr>
          <p:nvPr>
            <p:ph type="title"/>
          </p:nvPr>
        </p:nvSpPr>
        <p:spPr/>
        <p:txBody>
          <a:bodyPr/>
          <a:lstStyle/>
          <a:p>
            <a:r>
              <a:rPr lang="es-CL" noProof="0" dirty="0"/>
              <a:t>Objetivos </a:t>
            </a:r>
          </a:p>
        </p:txBody>
      </p:sp>
      <p:sp>
        <p:nvSpPr>
          <p:cNvPr id="3" name="Content Placeholder 2">
            <a:extLst>
              <a:ext uri="{FF2B5EF4-FFF2-40B4-BE49-F238E27FC236}">
                <a16:creationId xmlns:a16="http://schemas.microsoft.com/office/drawing/2014/main" id="{01AA5B78-6668-A810-E63F-6BC04B8B9C24}"/>
              </a:ext>
            </a:extLst>
          </p:cNvPr>
          <p:cNvSpPr>
            <a:spLocks noGrp="1"/>
          </p:cNvSpPr>
          <p:nvPr>
            <p:ph idx="1"/>
          </p:nvPr>
        </p:nvSpPr>
        <p:spPr>
          <a:xfrm>
            <a:off x="1097280" y="1845734"/>
            <a:ext cx="10058400" cy="2656818"/>
          </a:xfrm>
        </p:spPr>
        <p:txBody>
          <a:bodyPr>
            <a:normAutofit/>
          </a:bodyPr>
          <a:lstStyle/>
          <a:p>
            <a:pPr lvl="1"/>
            <a:endParaRPr lang="es-CL" sz="2000" noProof="0" dirty="0"/>
          </a:p>
          <a:p>
            <a:pPr lvl="1"/>
            <a:r>
              <a:rPr lang="es-CL" sz="2000" noProof="0" dirty="0"/>
              <a:t>Concebir, desarrollar e </a:t>
            </a:r>
            <a:r>
              <a:rPr lang="es-CL" sz="2000" b="1" noProof="0" dirty="0"/>
              <a:t>implementar</a:t>
            </a:r>
            <a:r>
              <a:rPr lang="es-CL" sz="2000" noProof="0" dirty="0"/>
              <a:t> un </a:t>
            </a:r>
            <a:r>
              <a:rPr lang="es-CL" sz="2000" b="1" noProof="0" dirty="0"/>
              <a:t>sistema de alimentación del robot</a:t>
            </a:r>
            <a:r>
              <a:rPr lang="es-CL" sz="2000" noProof="0" dirty="0"/>
              <a:t>, tal que el sistema sea capaz de energizarse </a:t>
            </a:r>
            <a:r>
              <a:rPr lang="es-CL" sz="2000" b="1" noProof="0" dirty="0"/>
              <a:t>de manera autónoma </a:t>
            </a:r>
            <a:r>
              <a:rPr lang="es-CL" sz="2000" noProof="0" dirty="0"/>
              <a:t>sin requerir ninguna conexión externa cableada.</a:t>
            </a:r>
          </a:p>
          <a:p>
            <a:pPr lvl="1"/>
            <a:endParaRPr lang="es-CL" sz="2000" noProof="0" dirty="0"/>
          </a:p>
          <a:p>
            <a:pPr lvl="1"/>
            <a:r>
              <a:rPr lang="es-CL" sz="2000" noProof="0" dirty="0"/>
              <a:t>Diseñar una fuente de poder para alimentación de los diferentes componentes de un robot bípedo, </a:t>
            </a:r>
            <a:r>
              <a:rPr lang="es-CL" sz="2000" b="1" noProof="0" dirty="0"/>
              <a:t>construyendo una serie de circuitos impresos </a:t>
            </a:r>
            <a:r>
              <a:rPr lang="es-CL" sz="2000" noProof="0" dirty="0"/>
              <a:t>para la gestión de la energía, comunicación del estado intrínseco de sensores y gestión de alertas centralizado.</a:t>
            </a:r>
          </a:p>
        </p:txBody>
      </p:sp>
      <p:sp>
        <p:nvSpPr>
          <p:cNvPr id="6" name="Slide Number Placeholder 5">
            <a:extLst>
              <a:ext uri="{FF2B5EF4-FFF2-40B4-BE49-F238E27FC236}">
                <a16:creationId xmlns:a16="http://schemas.microsoft.com/office/drawing/2014/main" id="{C8573E69-6E60-1BD6-BB05-F0AB7BFAA5D1}"/>
              </a:ext>
            </a:extLst>
          </p:cNvPr>
          <p:cNvSpPr>
            <a:spLocks noGrp="1"/>
          </p:cNvSpPr>
          <p:nvPr>
            <p:ph type="sldNum" sz="quarter" idx="12"/>
          </p:nvPr>
        </p:nvSpPr>
        <p:spPr/>
        <p:txBody>
          <a:bodyPr/>
          <a:lstStyle/>
          <a:p>
            <a:fld id="{E1D34442-3F6B-447F-BA0A-EA6B91D9644D}" type="slidenum">
              <a:rPr lang="es-CL" noProof="0" smtClean="0"/>
              <a:t>4</a:t>
            </a:fld>
            <a:endParaRPr lang="es-CL" noProof="0" dirty="0"/>
          </a:p>
        </p:txBody>
      </p:sp>
    </p:spTree>
    <p:extLst>
      <p:ext uri="{BB962C8B-B14F-4D97-AF65-F5344CB8AC3E}">
        <p14:creationId xmlns:p14="http://schemas.microsoft.com/office/powerpoint/2010/main" val="1497526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AE43-E2B7-E519-9C2F-FAF018BD1C19}"/>
              </a:ext>
            </a:extLst>
          </p:cNvPr>
          <p:cNvSpPr>
            <a:spLocks noGrp="1"/>
          </p:cNvSpPr>
          <p:nvPr>
            <p:ph type="title"/>
          </p:nvPr>
        </p:nvSpPr>
        <p:spPr>
          <a:xfrm>
            <a:off x="1097280" y="286607"/>
            <a:ext cx="10058400" cy="1450757"/>
          </a:xfrm>
        </p:spPr>
        <p:txBody>
          <a:bodyPr anchor="b">
            <a:normAutofit/>
          </a:bodyPr>
          <a:lstStyle/>
          <a:p>
            <a:r>
              <a:rPr lang="es-CL" noProof="0" dirty="0"/>
              <a:t>Estimación de potencia</a:t>
            </a:r>
          </a:p>
        </p:txBody>
      </p:sp>
      <p:pic>
        <p:nvPicPr>
          <p:cNvPr id="10" name="Content Placeholder 9">
            <a:extLst>
              <a:ext uri="{FF2B5EF4-FFF2-40B4-BE49-F238E27FC236}">
                <a16:creationId xmlns:a16="http://schemas.microsoft.com/office/drawing/2014/main" id="{F22C560F-4F6E-E44A-2E57-5B31D331148E}"/>
              </a:ext>
            </a:extLst>
          </p:cNvPr>
          <p:cNvPicPr>
            <a:picLocks noGrp="1" noChangeAspect="1"/>
          </p:cNvPicPr>
          <p:nvPr>
            <p:ph sz="quarter" idx="4"/>
          </p:nvPr>
        </p:nvPicPr>
        <p:blipFill>
          <a:blip r:embed="rId3"/>
          <a:stretch>
            <a:fillRect/>
          </a:stretch>
        </p:blipFill>
        <p:spPr>
          <a:xfrm>
            <a:off x="898983" y="2214193"/>
            <a:ext cx="5586682" cy="3583231"/>
          </a:xfrm>
          <a:prstGeom prst="rect">
            <a:avLst/>
          </a:prstGeom>
        </p:spPr>
      </p:pic>
      <p:sp>
        <p:nvSpPr>
          <p:cNvPr id="6" name="Slide Number Placeholder 5">
            <a:extLst>
              <a:ext uri="{FF2B5EF4-FFF2-40B4-BE49-F238E27FC236}">
                <a16:creationId xmlns:a16="http://schemas.microsoft.com/office/drawing/2014/main" id="{3ECBEEB9-21D7-1DAC-4FD6-05DFC33C0791}"/>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5</a:t>
            </a:fld>
            <a:endParaRPr lang="es-CL" sz="1900" noProof="0" dirty="0"/>
          </a:p>
        </p:txBody>
      </p:sp>
      <p:sp>
        <p:nvSpPr>
          <p:cNvPr id="3" name="TextBox 2">
            <a:extLst>
              <a:ext uri="{FF2B5EF4-FFF2-40B4-BE49-F238E27FC236}">
                <a16:creationId xmlns:a16="http://schemas.microsoft.com/office/drawing/2014/main" id="{8C8E5C0F-9DD8-CC43-F42B-7A0FE1C8C8B6}"/>
              </a:ext>
            </a:extLst>
          </p:cNvPr>
          <p:cNvSpPr txBox="1"/>
          <p:nvPr/>
        </p:nvSpPr>
        <p:spPr>
          <a:xfrm>
            <a:off x="6940372" y="2159148"/>
            <a:ext cx="3920646" cy="2862322"/>
          </a:xfrm>
          <a:prstGeom prst="rect">
            <a:avLst/>
          </a:prstGeom>
          <a:noFill/>
        </p:spPr>
        <p:txBody>
          <a:bodyPr wrap="square" rtlCol="0">
            <a:spAutoFit/>
          </a:bodyPr>
          <a:lstStyle/>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r>
              <a:rPr lang="es-CL" noProof="0" dirty="0"/>
              <a:t>Motores BLDC, cuya corriente máxima fue percibida al límite mecánico de las piezas en uso</a:t>
            </a:r>
          </a:p>
          <a:p>
            <a:endParaRPr lang="es-CL" noProof="0" dirty="0"/>
          </a:p>
          <a:p>
            <a:pPr marL="285750" indent="-285750">
              <a:buFont typeface="Arial" panose="020B0604020202020204" pitchFamily="34" charset="0"/>
              <a:buChar char="•"/>
            </a:pPr>
            <a:r>
              <a:rPr lang="es-CL" noProof="0" dirty="0"/>
              <a:t>Perfil básico de energía para Raspberry pi</a:t>
            </a:r>
          </a:p>
          <a:p>
            <a:endParaRPr lang="es-CL" noProof="0" dirty="0"/>
          </a:p>
          <a:p>
            <a:pPr marL="285750" indent="-285750">
              <a:buFont typeface="Arial" panose="020B0604020202020204" pitchFamily="34" charset="0"/>
              <a:buChar char="•"/>
            </a:pPr>
            <a:r>
              <a:rPr lang="es-CL" noProof="0" dirty="0"/>
              <a:t>Potencia máxima requerida por los sensores</a:t>
            </a:r>
          </a:p>
        </p:txBody>
      </p:sp>
      <p:sp>
        <p:nvSpPr>
          <p:cNvPr id="4" name="TextBox 3">
            <a:extLst>
              <a:ext uri="{FF2B5EF4-FFF2-40B4-BE49-F238E27FC236}">
                <a16:creationId xmlns:a16="http://schemas.microsoft.com/office/drawing/2014/main" id="{C5621EB9-8F8E-7A4F-3AC1-364264AD2658}"/>
              </a:ext>
            </a:extLst>
          </p:cNvPr>
          <p:cNvSpPr txBox="1"/>
          <p:nvPr/>
        </p:nvSpPr>
        <p:spPr>
          <a:xfrm>
            <a:off x="1501051" y="5797424"/>
            <a:ext cx="4382545" cy="369332"/>
          </a:xfrm>
          <a:prstGeom prst="rect">
            <a:avLst/>
          </a:prstGeom>
          <a:noFill/>
        </p:spPr>
        <p:txBody>
          <a:bodyPr wrap="square" rtlCol="0">
            <a:spAutoFit/>
          </a:bodyPr>
          <a:lstStyle/>
          <a:p>
            <a:r>
              <a:rPr lang="es-CL" noProof="0" dirty="0"/>
              <a:t>Potencias y corrientes por dispositivo y riel</a:t>
            </a:r>
          </a:p>
        </p:txBody>
      </p:sp>
    </p:spTree>
    <p:extLst>
      <p:ext uri="{BB962C8B-B14F-4D97-AF65-F5344CB8AC3E}">
        <p14:creationId xmlns:p14="http://schemas.microsoft.com/office/powerpoint/2010/main" val="1753501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9E3B4E0-1091-FAF6-113E-640EE2CEC9C2}"/>
              </a:ext>
            </a:extLst>
          </p:cNvPr>
          <p:cNvSpPr>
            <a:spLocks noGrp="1"/>
          </p:cNvSpPr>
          <p:nvPr>
            <p:ph type="sldNum" sz="quarter" idx="12"/>
          </p:nvPr>
        </p:nvSpPr>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6</a:t>
            </a:fld>
            <a:endParaRPr lang="es-CL" sz="1900" noProof="0" dirty="0"/>
          </a:p>
        </p:txBody>
      </p:sp>
      <p:sp>
        <p:nvSpPr>
          <p:cNvPr id="2" name="Title 1">
            <a:extLst>
              <a:ext uri="{FF2B5EF4-FFF2-40B4-BE49-F238E27FC236}">
                <a16:creationId xmlns:a16="http://schemas.microsoft.com/office/drawing/2014/main" id="{A0178920-6E2B-2296-8812-10150D5635F8}"/>
              </a:ext>
            </a:extLst>
          </p:cNvPr>
          <p:cNvSpPr>
            <a:spLocks noGrp="1"/>
          </p:cNvSpPr>
          <p:nvPr>
            <p:ph type="title" idx="4294967295"/>
          </p:nvPr>
        </p:nvSpPr>
        <p:spPr>
          <a:xfrm>
            <a:off x="941357" y="-207844"/>
            <a:ext cx="10058400" cy="1449387"/>
          </a:xfrm>
        </p:spPr>
        <p:txBody>
          <a:bodyPr anchor="b">
            <a:normAutofit/>
          </a:bodyPr>
          <a:lstStyle/>
          <a:p>
            <a:r>
              <a:rPr lang="es-CL" noProof="0" dirty="0"/>
              <a:t>Baterías de litio</a:t>
            </a:r>
          </a:p>
        </p:txBody>
      </p:sp>
      <p:pic>
        <p:nvPicPr>
          <p:cNvPr id="8" name="Content Placeholder 7">
            <a:extLst>
              <a:ext uri="{FF2B5EF4-FFF2-40B4-BE49-F238E27FC236}">
                <a16:creationId xmlns:a16="http://schemas.microsoft.com/office/drawing/2014/main" id="{D294CB46-3B75-BFFB-C7D4-FB57C9F4E777}"/>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6308700" y="4016267"/>
            <a:ext cx="4903787" cy="1185863"/>
          </a:xfrm>
          <a:prstGeom prst="rect">
            <a:avLst/>
          </a:prstGeom>
        </p:spPr>
      </p:pic>
      <p:pic>
        <p:nvPicPr>
          <p:cNvPr id="16" name="Content Placeholder 15">
            <a:extLst>
              <a:ext uri="{FF2B5EF4-FFF2-40B4-BE49-F238E27FC236}">
                <a16:creationId xmlns:a16="http://schemas.microsoft.com/office/drawing/2014/main" id="{815C89C0-A97F-B87B-3223-50C3B4E2466B}"/>
              </a:ext>
            </a:extLst>
          </p:cNvPr>
          <p:cNvPicPr>
            <a:picLocks noGrp="1" noChangeAspect="1"/>
          </p:cNvPicPr>
          <p:nvPr>
            <p:ph sz="half" idx="4294967295"/>
          </p:nvPr>
        </p:nvPicPr>
        <p:blipFill>
          <a:blip r:embed="rId4"/>
          <a:stretch>
            <a:fillRect/>
          </a:stretch>
        </p:blipFill>
        <p:spPr>
          <a:xfrm>
            <a:off x="1097289" y="1631663"/>
            <a:ext cx="4560727" cy="2379173"/>
          </a:xfrm>
          <a:prstGeom prst="rect">
            <a:avLst/>
          </a:prstGeom>
        </p:spPr>
      </p:pic>
      <p:pic>
        <p:nvPicPr>
          <p:cNvPr id="9" name="Picture 8">
            <a:extLst>
              <a:ext uri="{FF2B5EF4-FFF2-40B4-BE49-F238E27FC236}">
                <a16:creationId xmlns:a16="http://schemas.microsoft.com/office/drawing/2014/main" id="{5EDB3E48-D328-1740-3C29-3330C53244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3986" y="672200"/>
            <a:ext cx="4474271" cy="2158836"/>
          </a:xfrm>
          <a:prstGeom prst="rect">
            <a:avLst/>
          </a:prstGeom>
          <a:noFill/>
        </p:spPr>
      </p:pic>
      <p:sp>
        <p:nvSpPr>
          <p:cNvPr id="19" name="Rectangle 18">
            <a:extLst>
              <a:ext uri="{FF2B5EF4-FFF2-40B4-BE49-F238E27FC236}">
                <a16:creationId xmlns:a16="http://schemas.microsoft.com/office/drawing/2014/main" id="{6BDF7F8B-D1AC-A909-D053-F8D8E8844655}"/>
              </a:ext>
            </a:extLst>
          </p:cNvPr>
          <p:cNvSpPr/>
          <p:nvPr/>
        </p:nvSpPr>
        <p:spPr>
          <a:xfrm>
            <a:off x="949960" y="1866559"/>
            <a:ext cx="4448758" cy="502847"/>
          </a:xfrm>
          <a:prstGeom prst="rect">
            <a:avLst/>
          </a:prstGeom>
          <a:solidFill>
            <a:srgbClr val="FFC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0" name="TextBox 19">
            <a:extLst>
              <a:ext uri="{FF2B5EF4-FFF2-40B4-BE49-F238E27FC236}">
                <a16:creationId xmlns:a16="http://schemas.microsoft.com/office/drawing/2014/main" id="{0967CD1F-31C0-DCBC-8051-50EE2D8E6036}"/>
              </a:ext>
            </a:extLst>
          </p:cNvPr>
          <p:cNvSpPr txBox="1"/>
          <p:nvPr/>
        </p:nvSpPr>
        <p:spPr>
          <a:xfrm>
            <a:off x="1086607" y="4626171"/>
            <a:ext cx="4701570" cy="1200329"/>
          </a:xfrm>
          <a:prstGeom prst="rect">
            <a:avLst/>
          </a:prstGeom>
          <a:noFill/>
        </p:spPr>
        <p:txBody>
          <a:bodyPr wrap="square" rtlCol="0">
            <a:spAutoFit/>
          </a:bodyPr>
          <a:lstStyle/>
          <a:p>
            <a:r>
              <a:rPr lang="es-CL" noProof="0" dirty="0"/>
              <a:t>Unidad seleccionada</a:t>
            </a:r>
          </a:p>
          <a:p>
            <a:pPr marL="285750" indent="-285750">
              <a:buFont typeface="Arial" panose="020B0604020202020204" pitchFamily="34" charset="0"/>
              <a:buChar char="•"/>
            </a:pPr>
            <a:r>
              <a:rPr lang="es-CL" noProof="0" dirty="0"/>
              <a:t>Li-ion de química LCO y formato bolsa: Li-</a:t>
            </a:r>
            <a:r>
              <a:rPr lang="es-CL" noProof="0" dirty="0" err="1"/>
              <a:t>po</a:t>
            </a:r>
            <a:endParaRPr lang="es-CL" noProof="0" dirty="0"/>
          </a:p>
          <a:p>
            <a:pPr marL="285750" indent="-285750">
              <a:buFont typeface="Arial" panose="020B0604020202020204" pitchFamily="34" charset="0"/>
              <a:buChar char="•"/>
            </a:pPr>
            <a:r>
              <a:rPr lang="es-CL" noProof="0" dirty="0"/>
              <a:t>6 celdas en serie o 6s</a:t>
            </a:r>
            <a:endParaRPr lang="es-CL" dirty="0"/>
          </a:p>
          <a:p>
            <a:pPr marL="285750" indent="-285750">
              <a:buFont typeface="Arial" panose="020B0604020202020204" pitchFamily="34" charset="0"/>
              <a:buChar char="•"/>
            </a:pPr>
            <a:r>
              <a:rPr lang="es-CL" noProof="0" dirty="0"/>
              <a:t>Capacidad de 4000 [mAh]</a:t>
            </a:r>
            <a:r>
              <a:rPr lang="es-CL" dirty="0"/>
              <a:t>  </a:t>
            </a:r>
            <a:endParaRPr lang="es-CL" noProof="0" dirty="0"/>
          </a:p>
        </p:txBody>
      </p:sp>
      <p:sp>
        <p:nvSpPr>
          <p:cNvPr id="21" name="TextBox 20">
            <a:extLst>
              <a:ext uri="{FF2B5EF4-FFF2-40B4-BE49-F238E27FC236}">
                <a16:creationId xmlns:a16="http://schemas.microsoft.com/office/drawing/2014/main" id="{154BCE6B-1A28-C73B-7531-C0B9AEDB8252}"/>
              </a:ext>
            </a:extLst>
          </p:cNvPr>
          <p:cNvSpPr txBox="1"/>
          <p:nvPr/>
        </p:nvSpPr>
        <p:spPr>
          <a:xfrm>
            <a:off x="6533986" y="2943272"/>
            <a:ext cx="4838217" cy="369332"/>
          </a:xfrm>
          <a:prstGeom prst="rect">
            <a:avLst/>
          </a:prstGeom>
          <a:noFill/>
        </p:spPr>
        <p:txBody>
          <a:bodyPr wrap="square" rtlCol="0">
            <a:spAutoFit/>
          </a:bodyPr>
          <a:lstStyle/>
          <a:p>
            <a:r>
              <a:rPr lang="es-CL" b="1" noProof="0" dirty="0"/>
              <a:t>b) </a:t>
            </a:r>
            <a:r>
              <a:rPr lang="es-CL" noProof="0" dirty="0"/>
              <a:t>Celda Li-ion y reacción electroquímica</a:t>
            </a:r>
          </a:p>
        </p:txBody>
      </p:sp>
      <p:sp>
        <p:nvSpPr>
          <p:cNvPr id="22" name="TextBox 21">
            <a:extLst>
              <a:ext uri="{FF2B5EF4-FFF2-40B4-BE49-F238E27FC236}">
                <a16:creationId xmlns:a16="http://schemas.microsoft.com/office/drawing/2014/main" id="{B082335A-1FDA-4D30-2F60-5A513F82690A}"/>
              </a:ext>
            </a:extLst>
          </p:cNvPr>
          <p:cNvSpPr txBox="1"/>
          <p:nvPr/>
        </p:nvSpPr>
        <p:spPr>
          <a:xfrm>
            <a:off x="6510917" y="5202130"/>
            <a:ext cx="4838217" cy="369332"/>
          </a:xfrm>
          <a:prstGeom prst="rect">
            <a:avLst/>
          </a:prstGeom>
          <a:noFill/>
        </p:spPr>
        <p:txBody>
          <a:bodyPr wrap="square" rtlCol="0">
            <a:spAutoFit/>
          </a:bodyPr>
          <a:lstStyle/>
          <a:p>
            <a:r>
              <a:rPr lang="es-CL" b="1" noProof="0" dirty="0"/>
              <a:t>c) </a:t>
            </a:r>
            <a:r>
              <a:rPr lang="es-CL" noProof="0" dirty="0"/>
              <a:t>Rango de operación seleccionado</a:t>
            </a:r>
          </a:p>
        </p:txBody>
      </p:sp>
      <p:sp>
        <p:nvSpPr>
          <p:cNvPr id="23" name="TextBox 22">
            <a:extLst>
              <a:ext uri="{FF2B5EF4-FFF2-40B4-BE49-F238E27FC236}">
                <a16:creationId xmlns:a16="http://schemas.microsoft.com/office/drawing/2014/main" id="{911941D2-5DED-B501-6210-D9F33B136F64}"/>
              </a:ext>
            </a:extLst>
          </p:cNvPr>
          <p:cNvSpPr txBox="1"/>
          <p:nvPr/>
        </p:nvSpPr>
        <p:spPr>
          <a:xfrm>
            <a:off x="568960" y="4010837"/>
            <a:ext cx="5219217" cy="369332"/>
          </a:xfrm>
          <a:prstGeom prst="rect">
            <a:avLst/>
          </a:prstGeom>
          <a:noFill/>
        </p:spPr>
        <p:txBody>
          <a:bodyPr wrap="square" rtlCol="0">
            <a:spAutoFit/>
          </a:bodyPr>
          <a:lstStyle/>
          <a:p>
            <a:r>
              <a:rPr lang="es-CL" b="1" noProof="0" dirty="0"/>
              <a:t>a) </a:t>
            </a:r>
            <a:r>
              <a:rPr lang="es-CL" noProof="0" dirty="0"/>
              <a:t>Tecnologías en baterías de alta densidad energética</a:t>
            </a:r>
          </a:p>
        </p:txBody>
      </p:sp>
    </p:spTree>
    <p:extLst>
      <p:ext uri="{BB962C8B-B14F-4D97-AF65-F5344CB8AC3E}">
        <p14:creationId xmlns:p14="http://schemas.microsoft.com/office/powerpoint/2010/main" val="526400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30014ABF-A15D-8868-0220-50F156A91990}"/>
              </a:ext>
            </a:extLst>
          </p:cNvPr>
          <p:cNvSpPr>
            <a:spLocks noGrp="1"/>
          </p:cNvSpPr>
          <p:nvPr>
            <p:ph type="title"/>
          </p:nvPr>
        </p:nvSpPr>
        <p:spPr>
          <a:xfrm>
            <a:off x="1097280" y="286607"/>
            <a:ext cx="10058400" cy="1450757"/>
          </a:xfrm>
        </p:spPr>
        <p:txBody>
          <a:bodyPr/>
          <a:lstStyle/>
          <a:p>
            <a:r>
              <a:rPr lang="es-CL" noProof="0" dirty="0"/>
              <a:t>Equivalente eléctrico</a:t>
            </a:r>
          </a:p>
        </p:txBody>
      </p:sp>
      <p:pic>
        <p:nvPicPr>
          <p:cNvPr id="10" name="Content Placeholder 9">
            <a:extLst>
              <a:ext uri="{FF2B5EF4-FFF2-40B4-BE49-F238E27FC236}">
                <a16:creationId xmlns:a16="http://schemas.microsoft.com/office/drawing/2014/main" id="{BE7FF11E-D086-A8E5-9F17-6933B9E2A91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884955" y="2118170"/>
            <a:ext cx="3248148" cy="2368572"/>
          </a:xfrm>
          <a:prstGeom prst="rect">
            <a:avLst/>
          </a:prstGeom>
        </p:spPr>
      </p:pic>
      <p:sp>
        <p:nvSpPr>
          <p:cNvPr id="17" name="Text Placeholder 4">
            <a:extLst>
              <a:ext uri="{FF2B5EF4-FFF2-40B4-BE49-F238E27FC236}">
                <a16:creationId xmlns:a16="http://schemas.microsoft.com/office/drawing/2014/main" id="{9B7E6051-897A-7BF2-DBBC-391BF752F3D4}"/>
              </a:ext>
            </a:extLst>
          </p:cNvPr>
          <p:cNvSpPr>
            <a:spLocks noGrp="1"/>
          </p:cNvSpPr>
          <p:nvPr>
            <p:ph type="body" sz="quarter" idx="3"/>
          </p:nvPr>
        </p:nvSpPr>
        <p:spPr>
          <a:xfrm>
            <a:off x="6510917" y="4214155"/>
            <a:ext cx="4937760" cy="736283"/>
          </a:xfrm>
        </p:spPr>
        <p:txBody>
          <a:bodyPr/>
          <a:lstStyle/>
          <a:p>
            <a:r>
              <a:rPr lang="es-CL" noProof="0" dirty="0"/>
              <a:t>Conteo de coulomb</a:t>
            </a:r>
          </a:p>
        </p:txBody>
      </p:sp>
      <p:sp>
        <p:nvSpPr>
          <p:cNvPr id="6" name="Slide Number Placeholder 5">
            <a:extLst>
              <a:ext uri="{FF2B5EF4-FFF2-40B4-BE49-F238E27FC236}">
                <a16:creationId xmlns:a16="http://schemas.microsoft.com/office/drawing/2014/main" id="{C21488D0-CCC3-DD0D-4268-756918B8A7A8}"/>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7</a:t>
            </a:fld>
            <a:endParaRPr lang="es-CL" sz="1900" noProof="0" dirty="0"/>
          </a:p>
        </p:txBody>
      </p:sp>
      <p:pic>
        <p:nvPicPr>
          <p:cNvPr id="38" name="Content Placeholder 37">
            <a:extLst>
              <a:ext uri="{FF2B5EF4-FFF2-40B4-BE49-F238E27FC236}">
                <a16:creationId xmlns:a16="http://schemas.microsoft.com/office/drawing/2014/main" id="{C52519C7-CDC2-DE3F-A248-D58B40F619FE}"/>
              </a:ext>
            </a:extLst>
          </p:cNvPr>
          <p:cNvPicPr>
            <a:picLocks noGrp="1" noChangeAspect="1"/>
          </p:cNvPicPr>
          <p:nvPr>
            <p:ph sz="quarter" idx="4"/>
          </p:nvPr>
        </p:nvPicPr>
        <p:blipFill>
          <a:blip r:embed="rId4"/>
          <a:stretch>
            <a:fillRect/>
          </a:stretch>
        </p:blipFill>
        <p:spPr>
          <a:xfrm>
            <a:off x="957622" y="4703939"/>
            <a:ext cx="4937125" cy="1504899"/>
          </a:xfrm>
          <a:prstGeom prst="rect">
            <a:avLst/>
          </a:prstGeom>
        </p:spPr>
      </p:pic>
      <p:pic>
        <p:nvPicPr>
          <p:cNvPr id="2" name="Picture 1">
            <a:extLst>
              <a:ext uri="{FF2B5EF4-FFF2-40B4-BE49-F238E27FC236}">
                <a16:creationId xmlns:a16="http://schemas.microsoft.com/office/drawing/2014/main" id="{016651B5-1775-AA49-7CCA-B083779B4CDC}"/>
              </a:ext>
            </a:extLst>
          </p:cNvPr>
          <p:cNvPicPr>
            <a:picLocks noChangeAspect="1"/>
          </p:cNvPicPr>
          <p:nvPr/>
        </p:nvPicPr>
        <p:blipFill>
          <a:blip r:embed="rId5"/>
          <a:stretch>
            <a:fillRect/>
          </a:stretch>
        </p:blipFill>
        <p:spPr>
          <a:xfrm>
            <a:off x="6297254" y="4729512"/>
            <a:ext cx="4858428" cy="809739"/>
          </a:xfrm>
          <a:prstGeom prst="rect">
            <a:avLst/>
          </a:prstGeom>
        </p:spPr>
      </p:pic>
      <p:sp>
        <p:nvSpPr>
          <p:cNvPr id="3" name="TextBox 2">
            <a:extLst>
              <a:ext uri="{FF2B5EF4-FFF2-40B4-BE49-F238E27FC236}">
                <a16:creationId xmlns:a16="http://schemas.microsoft.com/office/drawing/2014/main" id="{2DEAD4E9-DE00-03BE-6193-43BA613232C7}"/>
              </a:ext>
            </a:extLst>
          </p:cNvPr>
          <p:cNvSpPr txBox="1"/>
          <p:nvPr/>
        </p:nvSpPr>
        <p:spPr>
          <a:xfrm>
            <a:off x="6510917" y="1951672"/>
            <a:ext cx="4701570" cy="2031325"/>
          </a:xfrm>
          <a:prstGeom prst="rect">
            <a:avLst/>
          </a:prstGeom>
          <a:noFill/>
        </p:spPr>
        <p:txBody>
          <a:bodyPr wrap="square" rtlCol="0">
            <a:spAutoFit/>
          </a:bodyPr>
          <a:lstStyle/>
          <a:p>
            <a:r>
              <a:rPr lang="es-CL" noProof="0" dirty="0"/>
              <a:t>Características</a:t>
            </a:r>
          </a:p>
          <a:p>
            <a:pPr marL="285750" indent="-285750">
              <a:buFont typeface="Arial" panose="020B0604020202020204" pitchFamily="34" charset="0"/>
              <a:buChar char="•"/>
            </a:pPr>
            <a:r>
              <a:rPr lang="es-CL" noProof="0" dirty="0"/>
              <a:t>Modelo sencillo de bajo cómputo</a:t>
            </a:r>
            <a:endParaRPr lang="es-CL" dirty="0"/>
          </a:p>
          <a:p>
            <a:pPr marL="285750" indent="-285750">
              <a:buFont typeface="Arial" panose="020B0604020202020204" pitchFamily="34" charset="0"/>
              <a:buChar char="•"/>
            </a:pPr>
            <a:r>
              <a:rPr lang="es-CL" noProof="0" dirty="0"/>
              <a:t>Contempla la velocidad de difusión de iones</a:t>
            </a:r>
          </a:p>
          <a:p>
            <a:pPr marL="285750" indent="-285750">
              <a:buFont typeface="Arial" panose="020B0604020202020204" pitchFamily="34" charset="0"/>
              <a:buChar char="•"/>
            </a:pPr>
            <a:r>
              <a:rPr lang="es-CL" noProof="0" dirty="0"/>
              <a:t>Precisión reducida durante operación</a:t>
            </a:r>
          </a:p>
          <a:p>
            <a:pPr marL="285750" indent="-285750">
              <a:buFont typeface="Arial" panose="020B0604020202020204" pitchFamily="34" charset="0"/>
              <a:buChar char="•"/>
            </a:pPr>
            <a:r>
              <a:rPr lang="es-CL" noProof="0" dirty="0"/>
              <a:t>Permite relacionar directamente el </a:t>
            </a:r>
            <a:r>
              <a:rPr lang="es-CL" noProof="0" dirty="0" err="1"/>
              <a:t>SoC</a:t>
            </a:r>
            <a:r>
              <a:rPr lang="es-CL" noProof="0" dirty="0"/>
              <a:t> por medio de Conteo de Coulomb</a:t>
            </a:r>
          </a:p>
          <a:p>
            <a:pPr marL="285750" indent="-285750">
              <a:buFont typeface="Arial" panose="020B0604020202020204" pitchFamily="34" charset="0"/>
              <a:buChar char="•"/>
            </a:pPr>
            <a:r>
              <a:rPr lang="es-CL" noProof="0" dirty="0"/>
              <a:t>Requiere el cálculo previo del OCV(</a:t>
            </a:r>
            <a:r>
              <a:rPr lang="es-CL" noProof="0" dirty="0" err="1"/>
              <a:t>SoC</a:t>
            </a:r>
            <a:r>
              <a:rPr lang="es-CL" noProof="0" dirty="0"/>
              <a:t>(t))</a:t>
            </a:r>
          </a:p>
        </p:txBody>
      </p:sp>
      <p:sp>
        <p:nvSpPr>
          <p:cNvPr id="4" name="TextBox 3">
            <a:extLst>
              <a:ext uri="{FF2B5EF4-FFF2-40B4-BE49-F238E27FC236}">
                <a16:creationId xmlns:a16="http://schemas.microsoft.com/office/drawing/2014/main" id="{AF3B313C-2742-05F6-F2A8-D1732FB2D21E}"/>
              </a:ext>
            </a:extLst>
          </p:cNvPr>
          <p:cNvSpPr txBox="1"/>
          <p:nvPr/>
        </p:nvSpPr>
        <p:spPr>
          <a:xfrm>
            <a:off x="1884955" y="4302076"/>
            <a:ext cx="4838217" cy="369332"/>
          </a:xfrm>
          <a:prstGeom prst="rect">
            <a:avLst/>
          </a:prstGeom>
          <a:noFill/>
        </p:spPr>
        <p:txBody>
          <a:bodyPr wrap="square" rtlCol="0">
            <a:spAutoFit/>
          </a:bodyPr>
          <a:lstStyle/>
          <a:p>
            <a:r>
              <a:rPr lang="es-CL" noProof="0" dirty="0"/>
              <a:t>Modelo eléctrico batería Li-</a:t>
            </a:r>
            <a:r>
              <a:rPr lang="es-CL" noProof="0" dirty="0" err="1"/>
              <a:t>po</a:t>
            </a:r>
            <a:endParaRPr lang="es-CL" noProof="0" dirty="0"/>
          </a:p>
        </p:txBody>
      </p:sp>
    </p:spTree>
    <p:extLst>
      <p:ext uri="{BB962C8B-B14F-4D97-AF65-F5344CB8AC3E}">
        <p14:creationId xmlns:p14="http://schemas.microsoft.com/office/powerpoint/2010/main" val="3960460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10D2F247-2538-587E-724F-FE1D1EDF200B}"/>
              </a:ext>
            </a:extLst>
          </p:cNvPr>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6578471" y="2817421"/>
            <a:ext cx="4937125" cy="2044700"/>
          </a:xfrm>
          <a:prstGeom prst="rect">
            <a:avLst/>
          </a:prstGeom>
        </p:spPr>
      </p:pic>
      <p:sp>
        <p:nvSpPr>
          <p:cNvPr id="5" name="Text Placeholder 4">
            <a:extLst>
              <a:ext uri="{FF2B5EF4-FFF2-40B4-BE49-F238E27FC236}">
                <a16:creationId xmlns:a16="http://schemas.microsoft.com/office/drawing/2014/main" id="{4E37A65A-05B3-B9F3-1B7A-75CD9B6A2D78}"/>
              </a:ext>
            </a:extLst>
          </p:cNvPr>
          <p:cNvSpPr txBox="1">
            <a:spLocks/>
          </p:cNvSpPr>
          <p:nvPr/>
        </p:nvSpPr>
        <p:spPr>
          <a:xfrm>
            <a:off x="1158875" y="2038467"/>
            <a:ext cx="4937125" cy="736600"/>
          </a:xfrm>
          <a:prstGeom prst="rect">
            <a:avLst/>
          </a:prstGeom>
        </p:spPr>
        <p:txBody>
          <a:bodyPr vert="horz" lIns="0" tIns="45720" rIns="0" bIns="45720" rtlCol="0">
            <a:normAutofit/>
          </a:bodyPr>
          <a:lstStyle>
            <a:lvl1pPr marL="91436" indent="-91436" algn="l" defTabSz="914354"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29" indent="-182870"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00"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71"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42"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s-CL" sz="1900" cap="all" dirty="0">
                <a:solidFill>
                  <a:schemeClr val="tx2"/>
                </a:solidFill>
              </a:rPr>
              <a:t>Convertidor </a:t>
            </a:r>
            <a:r>
              <a:rPr lang="es-CL" sz="1900" cap="all" dirty="0" err="1">
                <a:solidFill>
                  <a:schemeClr val="tx2"/>
                </a:solidFill>
              </a:rPr>
              <a:t>buck</a:t>
            </a:r>
            <a:endParaRPr lang="es-CL" sz="1900" cap="all" dirty="0">
              <a:solidFill>
                <a:schemeClr val="tx2"/>
              </a:solidFill>
            </a:endParaRPr>
          </a:p>
        </p:txBody>
      </p:sp>
      <p:pic>
        <p:nvPicPr>
          <p:cNvPr id="7" name="Content Placeholder 9">
            <a:extLst>
              <a:ext uri="{FF2B5EF4-FFF2-40B4-BE49-F238E27FC236}">
                <a16:creationId xmlns:a16="http://schemas.microsoft.com/office/drawing/2014/main" id="{B92FCD3D-E0E5-2687-7C23-6E8C57226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502" y="2817421"/>
            <a:ext cx="4937125" cy="2044700"/>
          </a:xfrm>
          <a:prstGeom prst="rect">
            <a:avLst/>
          </a:prstGeom>
        </p:spPr>
      </p:pic>
      <p:sp>
        <p:nvSpPr>
          <p:cNvPr id="6" name="Slide Number Placeholder 5">
            <a:extLst>
              <a:ext uri="{FF2B5EF4-FFF2-40B4-BE49-F238E27FC236}">
                <a16:creationId xmlns:a16="http://schemas.microsoft.com/office/drawing/2014/main" id="{0AD69049-6B52-72C3-D0B6-66303F05ABE5}"/>
              </a:ext>
            </a:extLst>
          </p:cNvPr>
          <p:cNvSpPr>
            <a:spLocks noGrp="1"/>
          </p:cNvSpPr>
          <p:nvPr>
            <p:ph type="sldNum" sz="quarter" idx="12"/>
          </p:nvPr>
        </p:nvSpPr>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8</a:t>
            </a:fld>
            <a:endParaRPr lang="es-CL" sz="1900" noProof="0" dirty="0"/>
          </a:p>
        </p:txBody>
      </p:sp>
      <p:sp>
        <p:nvSpPr>
          <p:cNvPr id="2" name="Title 1">
            <a:extLst>
              <a:ext uri="{FF2B5EF4-FFF2-40B4-BE49-F238E27FC236}">
                <a16:creationId xmlns:a16="http://schemas.microsoft.com/office/drawing/2014/main" id="{E866D08D-6510-7232-F8FD-747EAB3C5365}"/>
              </a:ext>
            </a:extLst>
          </p:cNvPr>
          <p:cNvSpPr>
            <a:spLocks noGrp="1"/>
          </p:cNvSpPr>
          <p:nvPr>
            <p:ph type="title" idx="4294967295"/>
          </p:nvPr>
        </p:nvSpPr>
        <p:spPr>
          <a:xfrm>
            <a:off x="906050" y="-89947"/>
            <a:ext cx="10058400" cy="1449387"/>
          </a:xfrm>
        </p:spPr>
        <p:txBody>
          <a:bodyPr anchor="b">
            <a:normAutofit/>
          </a:bodyPr>
          <a:lstStyle/>
          <a:p>
            <a:r>
              <a:rPr lang="es-CL" noProof="0" dirty="0"/>
              <a:t>Convertidores</a:t>
            </a:r>
          </a:p>
        </p:txBody>
      </p:sp>
      <p:sp>
        <p:nvSpPr>
          <p:cNvPr id="16" name="Text Placeholder 2">
            <a:extLst>
              <a:ext uri="{FF2B5EF4-FFF2-40B4-BE49-F238E27FC236}">
                <a16:creationId xmlns:a16="http://schemas.microsoft.com/office/drawing/2014/main" id="{ADAE8549-4F65-430C-650F-A2D65C96CC06}"/>
              </a:ext>
            </a:extLst>
          </p:cNvPr>
          <p:cNvSpPr>
            <a:spLocks noGrp="1"/>
          </p:cNvSpPr>
          <p:nvPr>
            <p:ph type="body" idx="4294967295"/>
          </p:nvPr>
        </p:nvSpPr>
        <p:spPr>
          <a:xfrm>
            <a:off x="6737753" y="2001021"/>
            <a:ext cx="4938713" cy="736600"/>
          </a:xfrm>
        </p:spPr>
        <p:txBody>
          <a:bodyPr>
            <a:normAutofit/>
          </a:bodyPr>
          <a:lstStyle/>
          <a:p>
            <a:pPr marL="0" indent="0">
              <a:buNone/>
            </a:pPr>
            <a:r>
              <a:rPr lang="es-CL" sz="1900" cap="all" noProof="0" dirty="0">
                <a:solidFill>
                  <a:schemeClr val="tx2"/>
                </a:solidFill>
              </a:rPr>
              <a:t>Regulador lineal</a:t>
            </a:r>
          </a:p>
        </p:txBody>
      </p:sp>
      <p:pic>
        <p:nvPicPr>
          <p:cNvPr id="14" name="Content Placeholder 13">
            <a:extLst>
              <a:ext uri="{FF2B5EF4-FFF2-40B4-BE49-F238E27FC236}">
                <a16:creationId xmlns:a16="http://schemas.microsoft.com/office/drawing/2014/main" id="{9DEB5165-6F5D-0ADE-A615-7F32F433D680}"/>
              </a:ext>
            </a:extLst>
          </p:cNvPr>
          <p:cNvPicPr>
            <a:picLocks noGrp="1" noChangeAspect="1"/>
          </p:cNvPicPr>
          <p:nvPr>
            <p:ph sz="half" idx="4294967295"/>
          </p:nvPr>
        </p:nvPicPr>
        <p:blipFill>
          <a:blip r:embed="rId4">
            <a:extLst>
              <a:ext uri="{28A0092B-C50C-407E-A947-70E740481C1C}">
                <a14:useLocalDpi xmlns:a14="http://schemas.microsoft.com/office/drawing/2010/main" val="0"/>
              </a:ext>
            </a:extLst>
          </a:blip>
          <a:stretch>
            <a:fillRect/>
          </a:stretch>
        </p:blipFill>
        <p:spPr>
          <a:xfrm>
            <a:off x="6737753" y="2817421"/>
            <a:ext cx="4299885" cy="2087054"/>
          </a:xfrm>
          <a:prstGeom prst="rect">
            <a:avLst/>
          </a:prstGeom>
        </p:spPr>
      </p:pic>
      <p:sp>
        <p:nvSpPr>
          <p:cNvPr id="3" name="TextBox 2">
            <a:extLst>
              <a:ext uri="{FF2B5EF4-FFF2-40B4-BE49-F238E27FC236}">
                <a16:creationId xmlns:a16="http://schemas.microsoft.com/office/drawing/2014/main" id="{38D0DBCB-B12C-9000-7C20-04EC397B9CB7}"/>
              </a:ext>
            </a:extLst>
          </p:cNvPr>
          <p:cNvSpPr txBox="1"/>
          <p:nvPr/>
        </p:nvSpPr>
        <p:spPr>
          <a:xfrm>
            <a:off x="6627924" y="5106430"/>
            <a:ext cx="4838217" cy="646331"/>
          </a:xfrm>
          <a:prstGeom prst="rect">
            <a:avLst/>
          </a:prstGeom>
          <a:noFill/>
        </p:spPr>
        <p:txBody>
          <a:bodyPr wrap="square" rtlCol="0">
            <a:spAutoFit/>
          </a:bodyPr>
          <a:lstStyle/>
          <a:p>
            <a:r>
              <a:rPr lang="es-CL" b="1" dirty="0"/>
              <a:t>b</a:t>
            </a:r>
            <a:r>
              <a:rPr lang="es-CL" b="1" noProof="0" dirty="0"/>
              <a:t>)</a:t>
            </a:r>
            <a:r>
              <a:rPr lang="es-CL" noProof="0" dirty="0"/>
              <a:t> Regulador lineal típico y su esquema de control integrado</a:t>
            </a:r>
          </a:p>
        </p:txBody>
      </p:sp>
      <p:sp>
        <p:nvSpPr>
          <p:cNvPr id="8" name="TextBox 7">
            <a:extLst>
              <a:ext uri="{FF2B5EF4-FFF2-40B4-BE49-F238E27FC236}">
                <a16:creationId xmlns:a16="http://schemas.microsoft.com/office/drawing/2014/main" id="{8AF902D7-1E6E-852A-2DDC-6102C87FB510}"/>
              </a:ext>
            </a:extLst>
          </p:cNvPr>
          <p:cNvSpPr txBox="1"/>
          <p:nvPr/>
        </p:nvSpPr>
        <p:spPr>
          <a:xfrm>
            <a:off x="838955" y="5064076"/>
            <a:ext cx="4838217" cy="369332"/>
          </a:xfrm>
          <a:prstGeom prst="rect">
            <a:avLst/>
          </a:prstGeom>
          <a:noFill/>
        </p:spPr>
        <p:txBody>
          <a:bodyPr wrap="square" rtlCol="0">
            <a:spAutoFit/>
          </a:bodyPr>
          <a:lstStyle/>
          <a:p>
            <a:r>
              <a:rPr lang="es-CL" b="1" dirty="0"/>
              <a:t>a</a:t>
            </a:r>
            <a:r>
              <a:rPr lang="es-CL" b="1" noProof="0" dirty="0"/>
              <a:t>)</a:t>
            </a:r>
            <a:r>
              <a:rPr lang="es-CL" noProof="0" dirty="0"/>
              <a:t> Convertidor Buck y su principio de operación</a:t>
            </a:r>
          </a:p>
        </p:txBody>
      </p:sp>
    </p:spTree>
    <p:extLst>
      <p:ext uri="{BB962C8B-B14F-4D97-AF65-F5344CB8AC3E}">
        <p14:creationId xmlns:p14="http://schemas.microsoft.com/office/powerpoint/2010/main" val="3012795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CE458C5-27AA-67CD-D5D3-8BB2BC7FCFF0}"/>
              </a:ext>
            </a:extLst>
          </p:cNvPr>
          <p:cNvSpPr>
            <a:spLocks noGrp="1"/>
          </p:cNvSpPr>
          <p:nvPr>
            <p:ph type="sldNum" sz="quarter" idx="12"/>
          </p:nvPr>
        </p:nvSpPr>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9</a:t>
            </a:fld>
            <a:endParaRPr lang="es-CL" sz="1900" noProof="0" dirty="0"/>
          </a:p>
        </p:txBody>
      </p:sp>
      <p:sp>
        <p:nvSpPr>
          <p:cNvPr id="19" name="Text Placeholder 2">
            <a:extLst>
              <a:ext uri="{FF2B5EF4-FFF2-40B4-BE49-F238E27FC236}">
                <a16:creationId xmlns:a16="http://schemas.microsoft.com/office/drawing/2014/main" id="{F65CC8EE-5445-1963-0812-5EFD392175BF}"/>
              </a:ext>
            </a:extLst>
          </p:cNvPr>
          <p:cNvSpPr>
            <a:spLocks noGrp="1"/>
          </p:cNvSpPr>
          <p:nvPr>
            <p:ph type="body" idx="4294967295"/>
          </p:nvPr>
        </p:nvSpPr>
        <p:spPr>
          <a:xfrm>
            <a:off x="6544773" y="558811"/>
            <a:ext cx="4938713" cy="736600"/>
          </a:xfrm>
        </p:spPr>
        <p:txBody>
          <a:bodyPr>
            <a:normAutofit/>
          </a:bodyPr>
          <a:lstStyle/>
          <a:p>
            <a:pPr marL="0" indent="0">
              <a:lnSpc>
                <a:spcPct val="110000"/>
              </a:lnSpc>
              <a:buNone/>
            </a:pPr>
            <a:r>
              <a:rPr lang="es-CL" sz="2200" cap="all" noProof="0" dirty="0">
                <a:solidFill>
                  <a:schemeClr val="tx2"/>
                </a:solidFill>
              </a:rPr>
              <a:t>Regulador lineal:</a:t>
            </a:r>
          </a:p>
        </p:txBody>
      </p:sp>
      <p:pic>
        <p:nvPicPr>
          <p:cNvPr id="16" name="Content Placeholder 15">
            <a:extLst>
              <a:ext uri="{FF2B5EF4-FFF2-40B4-BE49-F238E27FC236}">
                <a16:creationId xmlns:a16="http://schemas.microsoft.com/office/drawing/2014/main" id="{7CFC6E36-CEBD-8ACC-C3CB-24DE26457FB6}"/>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b="21375"/>
          <a:stretch>
            <a:fillRect/>
          </a:stretch>
        </p:blipFill>
        <p:spPr>
          <a:xfrm>
            <a:off x="6815770" y="1204399"/>
            <a:ext cx="4396717" cy="2224601"/>
          </a:xfrm>
          <a:prstGeom prst="rect">
            <a:avLst/>
          </a:prstGeom>
        </p:spPr>
      </p:pic>
      <p:sp>
        <p:nvSpPr>
          <p:cNvPr id="21" name="Text Placeholder 4">
            <a:extLst>
              <a:ext uri="{FF2B5EF4-FFF2-40B4-BE49-F238E27FC236}">
                <a16:creationId xmlns:a16="http://schemas.microsoft.com/office/drawing/2014/main" id="{40C4EDA5-F4D3-E37E-06B9-B72639745E7F}"/>
              </a:ext>
            </a:extLst>
          </p:cNvPr>
          <p:cNvSpPr>
            <a:spLocks noGrp="1"/>
          </p:cNvSpPr>
          <p:nvPr>
            <p:ph type="body" sz="quarter" idx="4294967295"/>
          </p:nvPr>
        </p:nvSpPr>
        <p:spPr>
          <a:xfrm>
            <a:off x="836330" y="625278"/>
            <a:ext cx="4937125" cy="736600"/>
          </a:xfrm>
        </p:spPr>
        <p:txBody>
          <a:bodyPr>
            <a:normAutofit/>
          </a:bodyPr>
          <a:lstStyle/>
          <a:p>
            <a:pPr marL="0" indent="0">
              <a:lnSpc>
                <a:spcPct val="110000"/>
              </a:lnSpc>
              <a:buNone/>
            </a:pPr>
            <a:r>
              <a:rPr lang="es-CL" sz="2100" cap="all" noProof="0" dirty="0">
                <a:solidFill>
                  <a:schemeClr val="tx2"/>
                </a:solidFill>
              </a:rPr>
              <a:t>Convertidor Buck:</a:t>
            </a:r>
          </a:p>
        </p:txBody>
      </p:sp>
      <p:pic>
        <p:nvPicPr>
          <p:cNvPr id="9" name="Content Placeholder 8">
            <a:extLst>
              <a:ext uri="{FF2B5EF4-FFF2-40B4-BE49-F238E27FC236}">
                <a16:creationId xmlns:a16="http://schemas.microsoft.com/office/drawing/2014/main" id="{B4A409AF-8351-3442-4018-5CE187BBB152}"/>
              </a:ext>
            </a:extLst>
          </p:cNvPr>
          <p:cNvPicPr>
            <a:picLocks noGrp="1" noChangeAspect="1"/>
          </p:cNvPicPr>
          <p:nvPr>
            <p:ph sz="quarter" idx="4294967295"/>
          </p:nvPr>
        </p:nvPicPr>
        <p:blipFill>
          <a:blip r:embed="rId4">
            <a:extLst>
              <a:ext uri="{28A0092B-C50C-407E-A947-70E740481C1C}">
                <a14:useLocalDpi xmlns:a14="http://schemas.microsoft.com/office/drawing/2010/main" val="0"/>
              </a:ext>
            </a:extLst>
          </a:blip>
          <a:stretch>
            <a:fillRect/>
          </a:stretch>
        </p:blipFill>
        <p:spPr>
          <a:xfrm>
            <a:off x="1306437" y="1073014"/>
            <a:ext cx="3636125" cy="2816908"/>
          </a:xfrm>
          <a:prstGeom prst="rect">
            <a:avLst/>
          </a:prstGeom>
          <a:noFill/>
        </p:spPr>
      </p:pic>
      <p:sp>
        <p:nvSpPr>
          <p:cNvPr id="3" name="TextBox 2">
            <a:extLst>
              <a:ext uri="{FF2B5EF4-FFF2-40B4-BE49-F238E27FC236}">
                <a16:creationId xmlns:a16="http://schemas.microsoft.com/office/drawing/2014/main" id="{845C838B-3028-9508-4697-2B7458175991}"/>
              </a:ext>
            </a:extLst>
          </p:cNvPr>
          <p:cNvSpPr txBox="1"/>
          <p:nvPr/>
        </p:nvSpPr>
        <p:spPr>
          <a:xfrm>
            <a:off x="836330" y="4318290"/>
            <a:ext cx="4106232" cy="1477328"/>
          </a:xfrm>
          <a:prstGeom prst="rect">
            <a:avLst/>
          </a:prstGeom>
          <a:noFill/>
        </p:spPr>
        <p:txBody>
          <a:bodyPr wrap="square" rtlCol="0">
            <a:spAutoFit/>
          </a:bodyPr>
          <a:lstStyle/>
          <a:p>
            <a:r>
              <a:rPr lang="es-CL" noProof="0" dirty="0"/>
              <a:t>Características</a:t>
            </a:r>
          </a:p>
          <a:p>
            <a:pPr marL="285750" indent="-285750">
              <a:buFont typeface="Arial" panose="020B0604020202020204" pitchFamily="34" charset="0"/>
              <a:buChar char="•"/>
            </a:pPr>
            <a:r>
              <a:rPr lang="es-CL" noProof="0" dirty="0"/>
              <a:t>Conmutación PWM no resonante</a:t>
            </a:r>
          </a:p>
          <a:p>
            <a:pPr marL="285750" indent="-285750">
              <a:buFont typeface="Arial" panose="020B0604020202020204" pitchFamily="34" charset="0"/>
              <a:buChar char="•"/>
            </a:pPr>
            <a:r>
              <a:rPr lang="es-CL" noProof="0" dirty="0"/>
              <a:t>Modo corriente </a:t>
            </a:r>
            <a:r>
              <a:rPr lang="es-CL" noProof="0" dirty="0" err="1"/>
              <a:t>peak</a:t>
            </a:r>
            <a:endParaRPr lang="es-CL" noProof="0" dirty="0"/>
          </a:p>
          <a:p>
            <a:pPr marL="285750" indent="-285750">
              <a:buFont typeface="Arial" panose="020B0604020202020204" pitchFamily="34" charset="0"/>
              <a:buChar char="•"/>
            </a:pPr>
            <a:r>
              <a:rPr lang="es-CL" noProof="0" dirty="0"/>
              <a:t>FET interno</a:t>
            </a:r>
          </a:p>
          <a:p>
            <a:pPr marL="285750" indent="-285750">
              <a:buFont typeface="Arial" panose="020B0604020202020204" pitchFamily="34" charset="0"/>
              <a:buChar char="•"/>
            </a:pPr>
            <a:r>
              <a:rPr lang="es-CL" noProof="0" dirty="0"/>
              <a:t>Lazo de compensación externo</a:t>
            </a:r>
          </a:p>
        </p:txBody>
      </p:sp>
      <p:sp>
        <p:nvSpPr>
          <p:cNvPr id="4" name="TextBox 3">
            <a:extLst>
              <a:ext uri="{FF2B5EF4-FFF2-40B4-BE49-F238E27FC236}">
                <a16:creationId xmlns:a16="http://schemas.microsoft.com/office/drawing/2014/main" id="{F1399144-3CA8-FE7E-74D3-E985027C33EE}"/>
              </a:ext>
            </a:extLst>
          </p:cNvPr>
          <p:cNvSpPr txBox="1"/>
          <p:nvPr/>
        </p:nvSpPr>
        <p:spPr>
          <a:xfrm>
            <a:off x="6645269" y="4251823"/>
            <a:ext cx="4106232" cy="2031325"/>
          </a:xfrm>
          <a:prstGeom prst="rect">
            <a:avLst/>
          </a:prstGeom>
          <a:noFill/>
        </p:spPr>
        <p:txBody>
          <a:bodyPr wrap="square" rtlCol="0">
            <a:spAutoFit/>
          </a:bodyPr>
          <a:lstStyle/>
          <a:p>
            <a:r>
              <a:rPr lang="es-CL" noProof="0" dirty="0"/>
              <a:t>Características</a:t>
            </a:r>
          </a:p>
          <a:p>
            <a:pPr marL="285750" indent="-285750">
              <a:buFont typeface="Arial" panose="020B0604020202020204" pitchFamily="34" charset="0"/>
              <a:buChar char="•"/>
            </a:pPr>
            <a:r>
              <a:rPr lang="es-CL" noProof="0" dirty="0"/>
              <a:t>Referencia de salida interna</a:t>
            </a:r>
          </a:p>
          <a:p>
            <a:pPr marL="285750" indent="-285750">
              <a:buFont typeface="Arial" panose="020B0604020202020204" pitchFamily="34" charset="0"/>
              <a:buChar char="•"/>
            </a:pPr>
            <a:r>
              <a:rPr lang="es-CL" noProof="0" dirty="0"/>
              <a:t>Habilitación digital</a:t>
            </a:r>
          </a:p>
          <a:p>
            <a:endParaRPr lang="es-CL" noProof="0" dirty="0"/>
          </a:p>
          <a:p>
            <a:r>
              <a:rPr lang="es-CL" noProof="0" dirty="0"/>
              <a:t>Se energizará desde la salida del convertidor Buck.</a:t>
            </a:r>
          </a:p>
          <a:p>
            <a:pPr marL="285750" indent="-285750">
              <a:buFont typeface="Arial" panose="020B0604020202020204" pitchFamily="34" charset="0"/>
              <a:buChar char="•"/>
            </a:pPr>
            <a:endParaRPr lang="es-CL" noProof="0" dirty="0"/>
          </a:p>
        </p:txBody>
      </p:sp>
      <p:sp>
        <p:nvSpPr>
          <p:cNvPr id="10" name="TextBox 9">
            <a:extLst>
              <a:ext uri="{FF2B5EF4-FFF2-40B4-BE49-F238E27FC236}">
                <a16:creationId xmlns:a16="http://schemas.microsoft.com/office/drawing/2014/main" id="{D8CBD6BC-D956-E48C-721D-07089D378DA0}"/>
              </a:ext>
            </a:extLst>
          </p:cNvPr>
          <p:cNvSpPr txBox="1"/>
          <p:nvPr/>
        </p:nvSpPr>
        <p:spPr>
          <a:xfrm>
            <a:off x="6645269" y="3889922"/>
            <a:ext cx="4838217" cy="369332"/>
          </a:xfrm>
          <a:prstGeom prst="rect">
            <a:avLst/>
          </a:prstGeom>
          <a:noFill/>
        </p:spPr>
        <p:txBody>
          <a:bodyPr wrap="square" rtlCol="0">
            <a:spAutoFit/>
          </a:bodyPr>
          <a:lstStyle/>
          <a:p>
            <a:r>
              <a:rPr lang="es-CL" b="1" dirty="0"/>
              <a:t>b</a:t>
            </a:r>
            <a:r>
              <a:rPr lang="es-CL" b="1" noProof="0" dirty="0"/>
              <a:t>) </a:t>
            </a:r>
            <a:r>
              <a:rPr lang="es-CL" noProof="0" dirty="0"/>
              <a:t>TLV757P 3.3 [V] 1[A] Texas </a:t>
            </a:r>
            <a:r>
              <a:rPr lang="es-CL" dirty="0"/>
              <a:t>I</a:t>
            </a:r>
            <a:r>
              <a:rPr lang="es-CL" noProof="0" dirty="0" err="1"/>
              <a:t>nstruments</a:t>
            </a:r>
            <a:endParaRPr lang="es-CL" noProof="0" dirty="0"/>
          </a:p>
        </p:txBody>
      </p:sp>
      <p:sp>
        <p:nvSpPr>
          <p:cNvPr id="11" name="TextBox 10">
            <a:extLst>
              <a:ext uri="{FF2B5EF4-FFF2-40B4-BE49-F238E27FC236}">
                <a16:creationId xmlns:a16="http://schemas.microsoft.com/office/drawing/2014/main" id="{4AEF6656-8B17-6731-1EDC-BA79D66F7281}"/>
              </a:ext>
            </a:extLst>
          </p:cNvPr>
          <p:cNvSpPr txBox="1"/>
          <p:nvPr/>
        </p:nvSpPr>
        <p:spPr>
          <a:xfrm>
            <a:off x="836330" y="3948958"/>
            <a:ext cx="4838217" cy="369332"/>
          </a:xfrm>
          <a:prstGeom prst="rect">
            <a:avLst/>
          </a:prstGeom>
          <a:noFill/>
        </p:spPr>
        <p:txBody>
          <a:bodyPr wrap="square" rtlCol="0">
            <a:spAutoFit/>
          </a:bodyPr>
          <a:lstStyle/>
          <a:p>
            <a:r>
              <a:rPr lang="es-CL" b="1" dirty="0"/>
              <a:t>a</a:t>
            </a:r>
            <a:r>
              <a:rPr lang="es-CL" b="1" noProof="0" dirty="0"/>
              <a:t>) </a:t>
            </a:r>
            <a:r>
              <a:rPr lang="es-CL" noProof="0" dirty="0"/>
              <a:t>TPS54531 5 [V] 5 [aA] Texas </a:t>
            </a:r>
            <a:r>
              <a:rPr lang="es-CL" dirty="0"/>
              <a:t>I</a:t>
            </a:r>
            <a:r>
              <a:rPr lang="es-CL" noProof="0" dirty="0" err="1"/>
              <a:t>nstruments</a:t>
            </a:r>
            <a:endParaRPr lang="es-CL" noProof="0" dirty="0"/>
          </a:p>
        </p:txBody>
      </p:sp>
    </p:spTree>
    <p:extLst>
      <p:ext uri="{BB962C8B-B14F-4D97-AF65-F5344CB8AC3E}">
        <p14:creationId xmlns:p14="http://schemas.microsoft.com/office/powerpoint/2010/main" val="1726837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50660F3-9E6B-6056-86E9-75A49F3BA413}"/>
              </a:ext>
            </a:extLst>
          </p:cNvPr>
          <p:cNvPicPr>
            <a:picLocks noChangeAspect="1"/>
          </p:cNvPicPr>
          <p:nvPr/>
        </p:nvPicPr>
        <p:blipFill>
          <a:blip r:embed="rId3"/>
          <a:srcRect r="-8606"/>
          <a:stretch>
            <a:fillRect/>
          </a:stretch>
        </p:blipFill>
        <p:spPr>
          <a:xfrm>
            <a:off x="775540" y="2349253"/>
            <a:ext cx="5861849" cy="2711996"/>
          </a:xfrm>
          <a:prstGeom prst="rect">
            <a:avLst/>
          </a:prstGeom>
        </p:spPr>
      </p:pic>
      <p:sp>
        <p:nvSpPr>
          <p:cNvPr id="2" name="Title 1">
            <a:extLst>
              <a:ext uri="{FF2B5EF4-FFF2-40B4-BE49-F238E27FC236}">
                <a16:creationId xmlns:a16="http://schemas.microsoft.com/office/drawing/2014/main" id="{C1EE4EA2-CFDC-EA5B-423A-575AA553978D}"/>
              </a:ext>
            </a:extLst>
          </p:cNvPr>
          <p:cNvSpPr>
            <a:spLocks noGrp="1"/>
          </p:cNvSpPr>
          <p:nvPr>
            <p:ph type="title"/>
          </p:nvPr>
        </p:nvSpPr>
        <p:spPr/>
        <p:txBody>
          <a:bodyPr/>
          <a:lstStyle/>
          <a:p>
            <a:r>
              <a:rPr lang="es-CL" noProof="0" dirty="0"/>
              <a:t>Respuesta esperada</a:t>
            </a:r>
          </a:p>
        </p:txBody>
      </p:sp>
      <p:sp>
        <p:nvSpPr>
          <p:cNvPr id="5" name="Slide Number Placeholder 4">
            <a:extLst>
              <a:ext uri="{FF2B5EF4-FFF2-40B4-BE49-F238E27FC236}">
                <a16:creationId xmlns:a16="http://schemas.microsoft.com/office/drawing/2014/main" id="{015D6733-A301-A23A-DA23-F16C80C010D4}"/>
              </a:ext>
            </a:extLst>
          </p:cNvPr>
          <p:cNvSpPr>
            <a:spLocks noGrp="1"/>
          </p:cNvSpPr>
          <p:nvPr>
            <p:ph type="sldNum" sz="quarter" idx="12"/>
          </p:nvPr>
        </p:nvSpPr>
        <p:spPr/>
        <p:txBody>
          <a:bodyPr/>
          <a:lstStyle/>
          <a:p>
            <a:fld id="{E1D34442-3F6B-447F-BA0A-EA6B91D9644D}" type="slidenum">
              <a:rPr lang="es-CL" noProof="0" smtClean="0"/>
              <a:t>10</a:t>
            </a:fld>
            <a:endParaRPr lang="es-CL" noProof="0" dirty="0"/>
          </a:p>
        </p:txBody>
      </p:sp>
      <p:sp>
        <p:nvSpPr>
          <p:cNvPr id="3" name="TextBox 2">
            <a:extLst>
              <a:ext uri="{FF2B5EF4-FFF2-40B4-BE49-F238E27FC236}">
                <a16:creationId xmlns:a16="http://schemas.microsoft.com/office/drawing/2014/main" id="{BA1A8E3B-3E98-74D4-89BF-065B4316EA74}"/>
              </a:ext>
            </a:extLst>
          </p:cNvPr>
          <p:cNvSpPr txBox="1"/>
          <p:nvPr/>
        </p:nvSpPr>
        <p:spPr>
          <a:xfrm>
            <a:off x="6464669" y="4953291"/>
            <a:ext cx="5124511" cy="646331"/>
          </a:xfrm>
          <a:prstGeom prst="rect">
            <a:avLst/>
          </a:prstGeom>
          <a:noFill/>
        </p:spPr>
        <p:txBody>
          <a:bodyPr wrap="square" rtlCol="0">
            <a:spAutoFit/>
          </a:bodyPr>
          <a:lstStyle/>
          <a:p>
            <a:r>
              <a:rPr lang="es-CL" b="1" noProof="0" dirty="0"/>
              <a:t>b)</a:t>
            </a:r>
            <a:r>
              <a:rPr lang="es-CL" noProof="0" dirty="0"/>
              <a:t> Diagrama de Bode obtenidos para el convertidor TPS54531</a:t>
            </a:r>
          </a:p>
        </p:txBody>
      </p:sp>
      <p:sp>
        <p:nvSpPr>
          <p:cNvPr id="9" name="Rectangle 8">
            <a:extLst>
              <a:ext uri="{FF2B5EF4-FFF2-40B4-BE49-F238E27FC236}">
                <a16:creationId xmlns:a16="http://schemas.microsoft.com/office/drawing/2014/main" id="{1B86D4FE-B64E-14A3-66BC-6865DEA20111}"/>
              </a:ext>
            </a:extLst>
          </p:cNvPr>
          <p:cNvSpPr/>
          <p:nvPr/>
        </p:nvSpPr>
        <p:spPr>
          <a:xfrm>
            <a:off x="4104640" y="3119427"/>
            <a:ext cx="1991360" cy="717396"/>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0" name="Rectangle 9">
            <a:extLst>
              <a:ext uri="{FF2B5EF4-FFF2-40B4-BE49-F238E27FC236}">
                <a16:creationId xmlns:a16="http://schemas.microsoft.com/office/drawing/2014/main" id="{21140A58-BDE0-66CB-4A51-DB64A2C98DFD}"/>
              </a:ext>
            </a:extLst>
          </p:cNvPr>
          <p:cNvSpPr/>
          <p:nvPr/>
        </p:nvSpPr>
        <p:spPr>
          <a:xfrm>
            <a:off x="775540" y="3335867"/>
            <a:ext cx="1687244" cy="269468"/>
          </a:xfrm>
          <a:prstGeom prst="rect">
            <a:avLst/>
          </a:prstGeom>
          <a:solidFill>
            <a:srgbClr val="00CC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1" name="Rectangle 10">
            <a:extLst>
              <a:ext uri="{FF2B5EF4-FFF2-40B4-BE49-F238E27FC236}">
                <a16:creationId xmlns:a16="http://schemas.microsoft.com/office/drawing/2014/main" id="{05C675FA-4CE9-0FB8-AB7E-3DC0B2D528CE}"/>
              </a:ext>
            </a:extLst>
          </p:cNvPr>
          <p:cNvSpPr/>
          <p:nvPr/>
        </p:nvSpPr>
        <p:spPr>
          <a:xfrm>
            <a:off x="775541" y="3859684"/>
            <a:ext cx="1687244" cy="206922"/>
          </a:xfrm>
          <a:prstGeom prst="rect">
            <a:avLst/>
          </a:prstGeom>
          <a:solidFill>
            <a:srgbClr val="00CC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2" name="Rectangle 11">
            <a:extLst>
              <a:ext uri="{FF2B5EF4-FFF2-40B4-BE49-F238E27FC236}">
                <a16:creationId xmlns:a16="http://schemas.microsoft.com/office/drawing/2014/main" id="{9C51E3E3-3794-6E75-6BC5-C5C098A2D12D}"/>
              </a:ext>
            </a:extLst>
          </p:cNvPr>
          <p:cNvSpPr/>
          <p:nvPr/>
        </p:nvSpPr>
        <p:spPr>
          <a:xfrm>
            <a:off x="775540" y="4339243"/>
            <a:ext cx="1687244" cy="206922"/>
          </a:xfrm>
          <a:prstGeom prst="rect">
            <a:avLst/>
          </a:prstGeom>
          <a:solidFill>
            <a:srgbClr val="00CC00">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pic>
        <p:nvPicPr>
          <p:cNvPr id="20" name="Content Placeholder 6">
            <a:extLst>
              <a:ext uri="{FF2B5EF4-FFF2-40B4-BE49-F238E27FC236}">
                <a16:creationId xmlns:a16="http://schemas.microsoft.com/office/drawing/2014/main" id="{4A6FA6C2-74A3-EEB7-8B15-4669BF168615}"/>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24247" y="2235354"/>
            <a:ext cx="5377806" cy="2574209"/>
          </a:xfrm>
          <a:prstGeom prst="rect">
            <a:avLst/>
          </a:prstGeom>
        </p:spPr>
      </p:pic>
      <p:sp>
        <p:nvSpPr>
          <p:cNvPr id="22" name="TextBox 21">
            <a:extLst>
              <a:ext uri="{FF2B5EF4-FFF2-40B4-BE49-F238E27FC236}">
                <a16:creationId xmlns:a16="http://schemas.microsoft.com/office/drawing/2014/main" id="{2E20D2D4-0BEB-6059-EE8A-22A5689E71F6}"/>
              </a:ext>
            </a:extLst>
          </p:cNvPr>
          <p:cNvSpPr txBox="1"/>
          <p:nvPr/>
        </p:nvSpPr>
        <p:spPr>
          <a:xfrm>
            <a:off x="955040" y="5185353"/>
            <a:ext cx="6096000" cy="369332"/>
          </a:xfrm>
          <a:prstGeom prst="rect">
            <a:avLst/>
          </a:prstGeom>
          <a:noFill/>
        </p:spPr>
        <p:txBody>
          <a:bodyPr wrap="square">
            <a:spAutoFit/>
          </a:bodyPr>
          <a:lstStyle/>
          <a:p>
            <a:r>
              <a:rPr lang="es-CL" b="1" noProof="0" dirty="0"/>
              <a:t>a)</a:t>
            </a:r>
            <a:r>
              <a:rPr lang="es-CL" noProof="0" dirty="0"/>
              <a:t> Parámetros cargados en Power </a:t>
            </a:r>
            <a:r>
              <a:rPr lang="es-CL" noProof="0" dirty="0" err="1"/>
              <a:t>Stage</a:t>
            </a:r>
            <a:r>
              <a:rPr lang="es-CL" noProof="0" dirty="0"/>
              <a:t> </a:t>
            </a:r>
            <a:r>
              <a:rPr lang="es-CL" noProof="0" dirty="0" err="1"/>
              <a:t>Designer</a:t>
            </a:r>
            <a:r>
              <a:rPr lang="es-CL" noProof="0" dirty="0"/>
              <a:t> 5™</a:t>
            </a:r>
            <a:endParaRPr lang="es-CL" dirty="0"/>
          </a:p>
        </p:txBody>
      </p:sp>
      <p:sp>
        <p:nvSpPr>
          <p:cNvPr id="4" name="Rectangle 3">
            <a:extLst>
              <a:ext uri="{FF2B5EF4-FFF2-40B4-BE49-F238E27FC236}">
                <a16:creationId xmlns:a16="http://schemas.microsoft.com/office/drawing/2014/main" id="{E1B806A4-657B-93D8-BDE0-F58BAD28F39E}"/>
              </a:ext>
            </a:extLst>
          </p:cNvPr>
          <p:cNvSpPr/>
          <p:nvPr/>
        </p:nvSpPr>
        <p:spPr>
          <a:xfrm>
            <a:off x="775539" y="2625721"/>
            <a:ext cx="1687244" cy="710146"/>
          </a:xfrm>
          <a:prstGeom prst="rect">
            <a:avLst/>
          </a:prstGeom>
          <a:solidFill>
            <a:schemeClr val="accent3">
              <a:lumMod val="60000"/>
              <a:lumOff val="40000"/>
              <a:alpha val="2470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highlight>
                <a:srgbClr val="00FFFF"/>
              </a:highlight>
            </a:endParaRPr>
          </a:p>
        </p:txBody>
      </p:sp>
    </p:spTree>
    <p:extLst>
      <p:ext uri="{BB962C8B-B14F-4D97-AF65-F5344CB8AC3E}">
        <p14:creationId xmlns:p14="http://schemas.microsoft.com/office/powerpoint/2010/main" val="1747593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FD67-A160-198D-EC0D-D88F5D223DD1}"/>
              </a:ext>
            </a:extLst>
          </p:cNvPr>
          <p:cNvSpPr>
            <a:spLocks noGrp="1"/>
          </p:cNvSpPr>
          <p:nvPr>
            <p:ph type="title"/>
          </p:nvPr>
        </p:nvSpPr>
        <p:spPr/>
        <p:txBody>
          <a:bodyPr/>
          <a:lstStyle/>
          <a:p>
            <a:r>
              <a:rPr lang="es-CL" noProof="0" dirty="0"/>
              <a:t>Sistema de administración de baterías (BMS)</a:t>
            </a:r>
          </a:p>
        </p:txBody>
      </p:sp>
      <p:pic>
        <p:nvPicPr>
          <p:cNvPr id="8" name="Content Placeholder 7">
            <a:extLst>
              <a:ext uri="{FF2B5EF4-FFF2-40B4-BE49-F238E27FC236}">
                <a16:creationId xmlns:a16="http://schemas.microsoft.com/office/drawing/2014/main" id="{655C15D6-B14E-F71F-E076-F106A74B5E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39444" y="1965343"/>
            <a:ext cx="5116236" cy="2819047"/>
          </a:xfrm>
          <a:prstGeom prst="rect">
            <a:avLst/>
          </a:prstGeom>
        </p:spPr>
      </p:pic>
      <p:sp>
        <p:nvSpPr>
          <p:cNvPr id="6" name="Slide Number Placeholder 5">
            <a:extLst>
              <a:ext uri="{FF2B5EF4-FFF2-40B4-BE49-F238E27FC236}">
                <a16:creationId xmlns:a16="http://schemas.microsoft.com/office/drawing/2014/main" id="{B29D1040-7737-222D-08DC-FDCFE14DA0C2}"/>
              </a:ext>
            </a:extLst>
          </p:cNvPr>
          <p:cNvSpPr>
            <a:spLocks noGrp="1"/>
          </p:cNvSpPr>
          <p:nvPr>
            <p:ph type="sldNum" sz="quarter" idx="12"/>
          </p:nvPr>
        </p:nvSpPr>
        <p:spPr/>
        <p:txBody>
          <a:bodyPr/>
          <a:lstStyle/>
          <a:p>
            <a:fld id="{E1D34442-3F6B-447F-BA0A-EA6B91D9644D}" type="slidenum">
              <a:rPr lang="es-CL" noProof="0" smtClean="0"/>
              <a:t>11</a:t>
            </a:fld>
            <a:endParaRPr lang="es-CL" noProof="0" dirty="0"/>
          </a:p>
        </p:txBody>
      </p:sp>
      <p:sp>
        <p:nvSpPr>
          <p:cNvPr id="4" name="TextBox 3">
            <a:extLst>
              <a:ext uri="{FF2B5EF4-FFF2-40B4-BE49-F238E27FC236}">
                <a16:creationId xmlns:a16="http://schemas.microsoft.com/office/drawing/2014/main" id="{64E86FB8-43DF-BE1B-E97D-63DD564EE2FC}"/>
              </a:ext>
            </a:extLst>
          </p:cNvPr>
          <p:cNvSpPr txBox="1"/>
          <p:nvPr/>
        </p:nvSpPr>
        <p:spPr>
          <a:xfrm>
            <a:off x="5949387" y="4784390"/>
            <a:ext cx="4838217" cy="1200329"/>
          </a:xfrm>
          <a:prstGeom prst="rect">
            <a:avLst/>
          </a:prstGeom>
          <a:noFill/>
        </p:spPr>
        <p:txBody>
          <a:bodyPr wrap="square" rtlCol="0">
            <a:spAutoFit/>
          </a:bodyPr>
          <a:lstStyle/>
          <a:p>
            <a:r>
              <a:rPr lang="es-CL" b="1" noProof="0" dirty="0"/>
              <a:t>b)</a:t>
            </a:r>
            <a:r>
              <a:rPr lang="es-CL" noProof="0" dirty="0"/>
              <a:t> Componentes emparejados del BMS </a:t>
            </a:r>
          </a:p>
          <a:p>
            <a:pPr marL="285750" indent="-285750">
              <a:buFont typeface="Arial" panose="020B0604020202020204" pitchFamily="34" charset="0"/>
              <a:buChar char="•"/>
            </a:pPr>
            <a:r>
              <a:rPr lang="es-CL" noProof="0" dirty="0"/>
              <a:t>Monitor de batería MP2790 de </a:t>
            </a:r>
            <a:r>
              <a:rPr lang="es-CL" noProof="0" dirty="0" err="1"/>
              <a:t>Monolithic</a:t>
            </a:r>
            <a:r>
              <a:rPr lang="es-CL" noProof="0" dirty="0"/>
              <a:t> Power </a:t>
            </a:r>
            <a:r>
              <a:rPr lang="es-CL" noProof="0" dirty="0" err="1"/>
              <a:t>Systems</a:t>
            </a:r>
            <a:r>
              <a:rPr lang="es-CL" noProof="0" dirty="0"/>
              <a:t> (MPS)</a:t>
            </a:r>
          </a:p>
          <a:p>
            <a:pPr marL="285750" indent="-285750">
              <a:buFont typeface="Arial" panose="020B0604020202020204" pitchFamily="34" charset="0"/>
              <a:buChar char="•"/>
            </a:pPr>
            <a:r>
              <a:rPr lang="es-CL" noProof="0" dirty="0"/>
              <a:t>Medidor de combustible MPF42795 de MPS</a:t>
            </a:r>
          </a:p>
        </p:txBody>
      </p:sp>
      <p:sp>
        <p:nvSpPr>
          <p:cNvPr id="5" name="TextBox 4">
            <a:extLst>
              <a:ext uri="{FF2B5EF4-FFF2-40B4-BE49-F238E27FC236}">
                <a16:creationId xmlns:a16="http://schemas.microsoft.com/office/drawing/2014/main" id="{A124B085-E7A1-1524-55F1-3950225B33BB}"/>
              </a:ext>
            </a:extLst>
          </p:cNvPr>
          <p:cNvSpPr txBox="1"/>
          <p:nvPr/>
        </p:nvSpPr>
        <p:spPr>
          <a:xfrm>
            <a:off x="743094" y="4256515"/>
            <a:ext cx="4838217" cy="1754326"/>
          </a:xfrm>
          <a:prstGeom prst="rect">
            <a:avLst/>
          </a:prstGeom>
          <a:noFill/>
        </p:spPr>
        <p:txBody>
          <a:bodyPr wrap="square" rtlCol="0">
            <a:spAutoFit/>
          </a:bodyPr>
          <a:lstStyle/>
          <a:p>
            <a:pPr marL="285750" indent="-285750">
              <a:buFont typeface="Arial" panose="020B0604020202020204" pitchFamily="34" charset="0"/>
              <a:buChar char="•"/>
            </a:pPr>
            <a:r>
              <a:rPr lang="es-CL" noProof="0" dirty="0"/>
              <a:t>Sistema integrado de 2 componentes </a:t>
            </a:r>
          </a:p>
          <a:p>
            <a:pPr marL="285750" indent="-285750">
              <a:buFont typeface="Arial" panose="020B0604020202020204" pitchFamily="34" charset="0"/>
              <a:buChar char="•"/>
            </a:pPr>
            <a:r>
              <a:rPr lang="es-CL" noProof="0" dirty="0"/>
              <a:t>Protege a la batería y obtiene sus parámetros eléctricos.</a:t>
            </a:r>
          </a:p>
          <a:p>
            <a:pPr marL="285750" indent="-285750">
              <a:buFont typeface="Arial" panose="020B0604020202020204" pitchFamily="34" charset="0"/>
              <a:buChar char="•"/>
            </a:pPr>
            <a:r>
              <a:rPr lang="es-CL" dirty="0"/>
              <a:t>Estima </a:t>
            </a:r>
            <a:r>
              <a:rPr lang="en-US" dirty="0"/>
              <a:t>el </a:t>
            </a:r>
            <a:r>
              <a:rPr lang="en-US" dirty="0" err="1"/>
              <a:t>estado</a:t>
            </a:r>
            <a:r>
              <a:rPr lang="en-US" dirty="0"/>
              <a:t> de </a:t>
            </a:r>
            <a:r>
              <a:rPr lang="es-CL" dirty="0"/>
              <a:t>carga </a:t>
            </a:r>
            <a:r>
              <a:rPr lang="en-US" dirty="0"/>
              <a:t>(SoC)</a:t>
            </a:r>
            <a:endParaRPr lang="es-CL" noProof="0" dirty="0"/>
          </a:p>
          <a:p>
            <a:pPr marL="285750" indent="-285750">
              <a:buFont typeface="Arial" panose="020B0604020202020204" pitchFamily="34" charset="0"/>
              <a:buChar char="•"/>
            </a:pPr>
            <a:r>
              <a:rPr lang="es-CL" noProof="0" dirty="0"/>
              <a:t>Autonomía para desconectar la batería en caso de falla </a:t>
            </a:r>
          </a:p>
        </p:txBody>
      </p:sp>
      <p:pic>
        <p:nvPicPr>
          <p:cNvPr id="9" name="Picture 8">
            <a:extLst>
              <a:ext uri="{FF2B5EF4-FFF2-40B4-BE49-F238E27FC236}">
                <a16:creationId xmlns:a16="http://schemas.microsoft.com/office/drawing/2014/main" id="{592D35D0-1DE9-8761-DCD2-BF8FD60ACB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649" y="2121966"/>
            <a:ext cx="5293105" cy="2134549"/>
          </a:xfrm>
          <a:prstGeom prst="rect">
            <a:avLst/>
          </a:prstGeom>
        </p:spPr>
      </p:pic>
    </p:spTree>
    <p:extLst>
      <p:ext uri="{BB962C8B-B14F-4D97-AF65-F5344CB8AC3E}">
        <p14:creationId xmlns:p14="http://schemas.microsoft.com/office/powerpoint/2010/main" val="2737168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2FDCC30-9E76-0D69-11D1-B4A78B898239}"/>
              </a:ext>
            </a:extLst>
          </p:cNvPr>
          <p:cNvSpPr>
            <a:spLocks noGrp="1"/>
          </p:cNvSpPr>
          <p:nvPr>
            <p:ph type="sldNum" sz="quarter" idx="12"/>
          </p:nvPr>
        </p:nvSpPr>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12</a:t>
            </a:fld>
            <a:endParaRPr lang="es-CL" sz="1900" noProof="0" dirty="0"/>
          </a:p>
        </p:txBody>
      </p:sp>
      <p:sp>
        <p:nvSpPr>
          <p:cNvPr id="2" name="Title 1">
            <a:extLst>
              <a:ext uri="{FF2B5EF4-FFF2-40B4-BE49-F238E27FC236}">
                <a16:creationId xmlns:a16="http://schemas.microsoft.com/office/drawing/2014/main" id="{F968C4D4-4A73-44A1-C82F-09CA44F6979F}"/>
              </a:ext>
            </a:extLst>
          </p:cNvPr>
          <p:cNvSpPr>
            <a:spLocks noGrp="1"/>
          </p:cNvSpPr>
          <p:nvPr>
            <p:ph type="title" idx="4294967295"/>
          </p:nvPr>
        </p:nvSpPr>
        <p:spPr>
          <a:xfrm>
            <a:off x="767787" y="-256672"/>
            <a:ext cx="10058400" cy="1449387"/>
          </a:xfrm>
        </p:spPr>
        <p:txBody>
          <a:bodyPr anchor="b">
            <a:normAutofit/>
          </a:bodyPr>
          <a:lstStyle/>
          <a:p>
            <a:r>
              <a:rPr lang="es-CL" noProof="0" dirty="0"/>
              <a:t>Comunicaciones I2C </a:t>
            </a:r>
          </a:p>
        </p:txBody>
      </p:sp>
      <p:pic>
        <p:nvPicPr>
          <p:cNvPr id="8" name="Content Placeholder 7">
            <a:extLst>
              <a:ext uri="{FF2B5EF4-FFF2-40B4-BE49-F238E27FC236}">
                <a16:creationId xmlns:a16="http://schemas.microsoft.com/office/drawing/2014/main" id="{002CA61B-5F22-C36C-C7DF-D5C4B0EAB554}"/>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1810331" y="1517507"/>
            <a:ext cx="2792534" cy="2323773"/>
          </a:xfrm>
          <a:prstGeom prst="rect">
            <a:avLst/>
          </a:prstGeom>
          <a:noFill/>
        </p:spPr>
      </p:pic>
      <p:pic>
        <p:nvPicPr>
          <p:cNvPr id="15" name="Content Placeholder 6">
            <a:extLst>
              <a:ext uri="{FF2B5EF4-FFF2-40B4-BE49-F238E27FC236}">
                <a16:creationId xmlns:a16="http://schemas.microsoft.com/office/drawing/2014/main" id="{3FC11DD4-FF06-2516-AF99-4FA748B4CFD1}"/>
              </a:ext>
            </a:extLst>
          </p:cNvPr>
          <p:cNvPicPr>
            <a:picLocks noChangeAspect="1"/>
          </p:cNvPicPr>
          <p:nvPr/>
        </p:nvPicPr>
        <p:blipFill>
          <a:blip r:embed="rId4"/>
          <a:stretch>
            <a:fillRect/>
          </a:stretch>
        </p:blipFill>
        <p:spPr>
          <a:xfrm>
            <a:off x="6615397" y="1557872"/>
            <a:ext cx="4591443" cy="2611716"/>
          </a:xfrm>
          <a:prstGeom prst="rect">
            <a:avLst/>
          </a:prstGeom>
        </p:spPr>
      </p:pic>
      <p:sp>
        <p:nvSpPr>
          <p:cNvPr id="3" name="TextBox 2">
            <a:extLst>
              <a:ext uri="{FF2B5EF4-FFF2-40B4-BE49-F238E27FC236}">
                <a16:creationId xmlns:a16="http://schemas.microsoft.com/office/drawing/2014/main" id="{A1026259-1DB4-1282-E791-DA481A3DA7CF}"/>
              </a:ext>
            </a:extLst>
          </p:cNvPr>
          <p:cNvSpPr txBox="1"/>
          <p:nvPr/>
        </p:nvSpPr>
        <p:spPr>
          <a:xfrm>
            <a:off x="861774" y="4397168"/>
            <a:ext cx="4838217" cy="1477328"/>
          </a:xfrm>
          <a:prstGeom prst="rect">
            <a:avLst/>
          </a:prstGeom>
          <a:noFill/>
        </p:spPr>
        <p:txBody>
          <a:bodyPr wrap="square" rtlCol="0">
            <a:spAutoFit/>
          </a:bodyPr>
          <a:lstStyle/>
          <a:p>
            <a:r>
              <a:rPr lang="es-CL" b="1" noProof="0" dirty="0"/>
              <a:t>a)</a:t>
            </a:r>
            <a:r>
              <a:rPr lang="es-CL" noProof="0" dirty="0"/>
              <a:t> Conexión open-</a:t>
            </a:r>
            <a:r>
              <a:rPr lang="es-CL" noProof="0" dirty="0" err="1"/>
              <a:t>drain</a:t>
            </a:r>
            <a:r>
              <a:rPr lang="es-CL" noProof="0" dirty="0"/>
              <a:t> </a:t>
            </a:r>
          </a:p>
          <a:p>
            <a:pPr marL="285750" indent="-285750">
              <a:buFont typeface="Arial" panose="020B0604020202020204" pitchFamily="34" charset="0"/>
              <a:buChar char="•"/>
            </a:pPr>
            <a:r>
              <a:rPr lang="es-CL" noProof="0" dirty="0"/>
              <a:t>Permite múltiples dispositivos con bajas pérdidas</a:t>
            </a:r>
          </a:p>
          <a:p>
            <a:pPr marL="285750" indent="-285750">
              <a:buFont typeface="Arial" panose="020B0604020202020204" pitchFamily="34" charset="0"/>
              <a:buChar char="•"/>
            </a:pPr>
            <a:r>
              <a:rPr lang="es-CL" noProof="0" dirty="0"/>
              <a:t>Utiliza 2 conexiones SDA (datos) y SCL (reloj)</a:t>
            </a:r>
          </a:p>
          <a:p>
            <a:pPr marL="285750" indent="-285750">
              <a:buFont typeface="Arial" panose="020B0604020202020204" pitchFamily="34" charset="0"/>
              <a:buChar char="•"/>
            </a:pPr>
            <a:r>
              <a:rPr lang="es-CL" noProof="0" dirty="0"/>
              <a:t>Nivel lógico de 3.3[V]</a:t>
            </a:r>
          </a:p>
        </p:txBody>
      </p:sp>
      <p:sp>
        <p:nvSpPr>
          <p:cNvPr id="4" name="TextBox 3">
            <a:extLst>
              <a:ext uri="{FF2B5EF4-FFF2-40B4-BE49-F238E27FC236}">
                <a16:creationId xmlns:a16="http://schemas.microsoft.com/office/drawing/2014/main" id="{733C8D7E-1F60-AC76-3C07-E1CC65D7DD9A}"/>
              </a:ext>
            </a:extLst>
          </p:cNvPr>
          <p:cNvSpPr txBox="1"/>
          <p:nvPr/>
        </p:nvSpPr>
        <p:spPr>
          <a:xfrm>
            <a:off x="6492009" y="4397168"/>
            <a:ext cx="4838217" cy="1754326"/>
          </a:xfrm>
          <a:prstGeom prst="rect">
            <a:avLst/>
          </a:prstGeom>
          <a:noFill/>
        </p:spPr>
        <p:txBody>
          <a:bodyPr wrap="square" rtlCol="0">
            <a:spAutoFit/>
          </a:bodyPr>
          <a:lstStyle/>
          <a:p>
            <a:r>
              <a:rPr lang="es-CL" b="1" noProof="0" dirty="0"/>
              <a:t>b)</a:t>
            </a:r>
            <a:r>
              <a:rPr lang="es-CL" noProof="0" dirty="0"/>
              <a:t> Transacción I2C utilizada por MPS:</a:t>
            </a:r>
          </a:p>
          <a:p>
            <a:pPr marL="285750" indent="-285750">
              <a:buFont typeface="Arial" panose="020B0604020202020204" pitchFamily="34" charset="0"/>
              <a:buChar char="•"/>
            </a:pPr>
            <a:r>
              <a:rPr lang="es-CL" noProof="0" dirty="0"/>
              <a:t>Modo rápido (400kbps)</a:t>
            </a:r>
          </a:p>
          <a:p>
            <a:pPr marL="285750" indent="-285750">
              <a:buFont typeface="Arial" panose="020B0604020202020204" pitchFamily="34" charset="0"/>
              <a:buChar char="•"/>
            </a:pPr>
            <a:r>
              <a:rPr lang="es-CL" noProof="0" dirty="0"/>
              <a:t>Dirección de registros 1 byte</a:t>
            </a:r>
          </a:p>
          <a:p>
            <a:pPr marL="285750" indent="-285750">
              <a:buFont typeface="Arial" panose="020B0604020202020204" pitchFamily="34" charset="0"/>
              <a:buChar char="•"/>
            </a:pPr>
            <a:r>
              <a:rPr lang="es-CL" noProof="0" dirty="0"/>
              <a:t>Datos por registro 2 bytes</a:t>
            </a:r>
          </a:p>
          <a:p>
            <a:pPr marL="285750" indent="-285750">
              <a:buFont typeface="Arial" panose="020B0604020202020204" pitchFamily="34" charset="0"/>
              <a:buChar char="•"/>
            </a:pPr>
            <a:r>
              <a:rPr lang="es-CL" noProof="0" dirty="0"/>
              <a:t>Comprobación de errores CRC-8</a:t>
            </a:r>
          </a:p>
          <a:p>
            <a:endParaRPr lang="es-CL" noProof="0" dirty="0"/>
          </a:p>
        </p:txBody>
      </p:sp>
    </p:spTree>
    <p:extLst>
      <p:ext uri="{BB962C8B-B14F-4D97-AF65-F5344CB8AC3E}">
        <p14:creationId xmlns:p14="http://schemas.microsoft.com/office/powerpoint/2010/main" val="2667784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2993D-B676-205E-5186-BF4B115BDD7C}"/>
              </a:ext>
            </a:extLst>
          </p:cNvPr>
          <p:cNvSpPr>
            <a:spLocks noGrp="1"/>
          </p:cNvSpPr>
          <p:nvPr>
            <p:ph type="title"/>
          </p:nvPr>
        </p:nvSpPr>
        <p:spPr/>
        <p:txBody>
          <a:bodyPr/>
          <a:lstStyle/>
          <a:p>
            <a:r>
              <a:rPr lang="es-CL" noProof="0" dirty="0"/>
              <a:t>Diseño</a:t>
            </a:r>
          </a:p>
        </p:txBody>
      </p:sp>
      <p:pic>
        <p:nvPicPr>
          <p:cNvPr id="13" name="Content Placeholder 12">
            <a:extLst>
              <a:ext uri="{FF2B5EF4-FFF2-40B4-BE49-F238E27FC236}">
                <a16:creationId xmlns:a16="http://schemas.microsoft.com/office/drawing/2014/main" id="{075E812C-FD5C-B35A-09AE-ABBBB1CE142C}"/>
              </a:ext>
            </a:extLst>
          </p:cNvPr>
          <p:cNvPicPr>
            <a:picLocks noGrp="1" noChangeAspect="1"/>
          </p:cNvPicPr>
          <p:nvPr>
            <p:ph idx="1"/>
          </p:nvPr>
        </p:nvPicPr>
        <p:blipFill>
          <a:blip r:embed="rId3"/>
          <a:stretch>
            <a:fillRect/>
          </a:stretch>
        </p:blipFill>
        <p:spPr>
          <a:xfrm>
            <a:off x="4364427" y="1275374"/>
            <a:ext cx="7606313" cy="4307252"/>
          </a:xfrm>
          <a:prstGeom prst="rect">
            <a:avLst/>
          </a:prstGeom>
        </p:spPr>
      </p:pic>
      <p:sp>
        <p:nvSpPr>
          <p:cNvPr id="4" name="Text Placeholder 3">
            <a:extLst>
              <a:ext uri="{FF2B5EF4-FFF2-40B4-BE49-F238E27FC236}">
                <a16:creationId xmlns:a16="http://schemas.microsoft.com/office/drawing/2014/main" id="{8C8348DD-F63A-01B9-D3E1-7DF369EA39E7}"/>
              </a:ext>
            </a:extLst>
          </p:cNvPr>
          <p:cNvSpPr>
            <a:spLocks noGrp="1"/>
          </p:cNvSpPr>
          <p:nvPr>
            <p:ph type="body" sz="half" idx="2"/>
          </p:nvPr>
        </p:nvSpPr>
        <p:spPr/>
        <p:txBody>
          <a:bodyPr/>
          <a:lstStyle/>
          <a:p>
            <a:pPr marL="285750" indent="-285750">
              <a:buFont typeface="Arial" panose="020B0604020202020204" pitchFamily="34" charset="0"/>
              <a:buChar char="•"/>
            </a:pPr>
            <a:r>
              <a:rPr lang="es-CL" noProof="0" dirty="0"/>
              <a:t>Llave de paso MOSFET permite la habilitación completa de la energía</a:t>
            </a:r>
          </a:p>
          <a:p>
            <a:pPr marL="285750" indent="-285750">
              <a:buFont typeface="Arial" panose="020B0604020202020204" pitchFamily="34" charset="0"/>
              <a:buChar char="•"/>
            </a:pPr>
            <a:r>
              <a:rPr lang="es-CL" noProof="0" dirty="0"/>
              <a:t>Conectores separados de energía y señales</a:t>
            </a:r>
          </a:p>
          <a:p>
            <a:pPr marL="285750" indent="-285750">
              <a:buFont typeface="Arial" panose="020B0604020202020204" pitchFamily="34" charset="0"/>
              <a:buChar char="•"/>
            </a:pPr>
            <a:r>
              <a:rPr lang="es-CL" noProof="0" dirty="0"/>
              <a:t>Microcontrolador (MCU) Teensy es alimentado desde la línea 5 [V]</a:t>
            </a:r>
          </a:p>
          <a:p>
            <a:pPr marL="285750" indent="-285750">
              <a:buFont typeface="Arial" panose="020B0604020202020204" pitchFamily="34" charset="0"/>
              <a:buChar char="•"/>
            </a:pPr>
            <a:r>
              <a:rPr lang="es-CL" noProof="0" dirty="0"/>
              <a:t>El MCU cuenta con una UPS como respaldo a las funciones de seguridad</a:t>
            </a:r>
          </a:p>
          <a:p>
            <a:pPr marL="285750" indent="-285750">
              <a:buFont typeface="Arial" panose="020B0604020202020204" pitchFamily="34" charset="0"/>
              <a:buChar char="•"/>
            </a:pPr>
            <a:endParaRPr lang="es-CL" noProof="0" dirty="0"/>
          </a:p>
        </p:txBody>
      </p:sp>
      <p:sp>
        <p:nvSpPr>
          <p:cNvPr id="6" name="Slide Number Placeholder 5">
            <a:extLst>
              <a:ext uri="{FF2B5EF4-FFF2-40B4-BE49-F238E27FC236}">
                <a16:creationId xmlns:a16="http://schemas.microsoft.com/office/drawing/2014/main" id="{F61667F6-7CB7-97A7-E59C-4ECB96BD335E}"/>
              </a:ext>
            </a:extLst>
          </p:cNvPr>
          <p:cNvSpPr>
            <a:spLocks noGrp="1"/>
          </p:cNvSpPr>
          <p:nvPr>
            <p:ph type="sldNum" sz="quarter" idx="12"/>
          </p:nvPr>
        </p:nvSpPr>
        <p:spPr/>
        <p:txBody>
          <a:bodyPr/>
          <a:lstStyle/>
          <a:p>
            <a:fld id="{E1D34442-3F6B-447F-BA0A-EA6B91D9644D}" type="slidenum">
              <a:rPr lang="es-CL" noProof="0" smtClean="0"/>
              <a:t>13</a:t>
            </a:fld>
            <a:endParaRPr lang="es-CL" noProof="0" dirty="0"/>
          </a:p>
        </p:txBody>
      </p:sp>
    </p:spTree>
    <p:extLst>
      <p:ext uri="{BB962C8B-B14F-4D97-AF65-F5344CB8AC3E}">
        <p14:creationId xmlns:p14="http://schemas.microsoft.com/office/powerpoint/2010/main" val="1138180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F7BCD-CC02-19F3-8674-CBD99BFA3F05}"/>
              </a:ext>
            </a:extLst>
          </p:cNvPr>
          <p:cNvSpPr>
            <a:spLocks noGrp="1"/>
          </p:cNvSpPr>
          <p:nvPr>
            <p:ph type="title"/>
          </p:nvPr>
        </p:nvSpPr>
        <p:spPr/>
        <p:txBody>
          <a:bodyPr/>
          <a:lstStyle/>
          <a:p>
            <a:r>
              <a:rPr lang="es-CL" noProof="0" dirty="0"/>
              <a:t>Administración térmica</a:t>
            </a:r>
          </a:p>
        </p:txBody>
      </p:sp>
      <p:sp>
        <p:nvSpPr>
          <p:cNvPr id="6" name="Slide Number Placeholder 5">
            <a:extLst>
              <a:ext uri="{FF2B5EF4-FFF2-40B4-BE49-F238E27FC236}">
                <a16:creationId xmlns:a16="http://schemas.microsoft.com/office/drawing/2014/main" id="{9498DFD5-7153-369C-8439-48812C70FA6C}"/>
              </a:ext>
            </a:extLst>
          </p:cNvPr>
          <p:cNvSpPr>
            <a:spLocks noGrp="1"/>
          </p:cNvSpPr>
          <p:nvPr>
            <p:ph type="sldNum" sz="quarter" idx="12"/>
          </p:nvPr>
        </p:nvSpPr>
        <p:spPr/>
        <p:txBody>
          <a:bodyPr/>
          <a:lstStyle/>
          <a:p>
            <a:fld id="{E1D34442-3F6B-447F-BA0A-EA6B91D9644D}" type="slidenum">
              <a:rPr lang="es-CL" noProof="0" smtClean="0"/>
              <a:t>14</a:t>
            </a:fld>
            <a:endParaRPr lang="es-CL" noProof="0" dirty="0"/>
          </a:p>
        </p:txBody>
      </p:sp>
      <p:pic>
        <p:nvPicPr>
          <p:cNvPr id="18" name="Content Placeholder 17">
            <a:extLst>
              <a:ext uri="{FF2B5EF4-FFF2-40B4-BE49-F238E27FC236}">
                <a16:creationId xmlns:a16="http://schemas.microsoft.com/office/drawing/2014/main" id="{6E6E2A91-EAA2-AD6F-F3B6-BE9A9C98036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97284" y="2044425"/>
            <a:ext cx="5575476" cy="1798370"/>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2F8F8A8-1647-3B51-0C3A-ABC95D7E6656}"/>
                  </a:ext>
                </a:extLst>
              </p:cNvPr>
              <p:cNvSpPr txBox="1"/>
              <p:nvPr/>
            </p:nvSpPr>
            <p:spPr>
              <a:xfrm>
                <a:off x="1914863" y="5120641"/>
                <a:ext cx="147476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CL" noProof="0" smtClean="0"/>
                        <m:t>T</m:t>
                      </m:r>
                      <m:r>
                        <m:rPr>
                          <m:nor/>
                        </m:rPr>
                        <a:rPr lang="es-CL" noProof="0"/>
                        <m:t>j</m:t>
                      </m:r>
                      <m:r>
                        <m:rPr>
                          <m:nor/>
                        </m:rPr>
                        <a:rPr lang="es-CL" noProof="0"/>
                        <m:t> = </m:t>
                      </m:r>
                      <m:r>
                        <m:rPr>
                          <m:sty m:val="p"/>
                        </m:rPr>
                        <a:rPr lang="es-CL" i="1" noProof="0" smtClean="0">
                          <a:latin typeface="Cambria Math" panose="02040503050406030204" pitchFamily="18" charset="0"/>
                          <a:ea typeface="Cambria Math" panose="02040503050406030204" pitchFamily="18" charset="0"/>
                        </a:rPr>
                        <m:t>θ</m:t>
                      </m:r>
                      <m:r>
                        <m:rPr>
                          <m:nor/>
                        </m:rPr>
                        <a:rPr lang="es-CL" noProof="0" smtClean="0">
                          <a:latin typeface="Cambria Math" panose="02040503050406030204" pitchFamily="18" charset="0"/>
                          <a:ea typeface="Cambria Math" panose="02040503050406030204" pitchFamily="18" charset="0"/>
                        </a:rPr>
                        <m:t> </m:t>
                      </m:r>
                      <m:r>
                        <m:rPr>
                          <m:nor/>
                        </m:rPr>
                        <a:rPr lang="es-CL" noProof="0"/>
                        <m:t>∗ </m:t>
                      </m:r>
                      <m:r>
                        <m:rPr>
                          <m:nor/>
                        </m:rPr>
                        <a:rPr lang="es-CL" noProof="0"/>
                        <m:t>Pd</m:t>
                      </m:r>
                      <m:r>
                        <m:rPr>
                          <m:nor/>
                        </m:rPr>
                        <a:rPr lang="es-CL" noProof="0"/>
                        <m:t> + </m:t>
                      </m:r>
                      <m:r>
                        <m:rPr>
                          <m:nor/>
                        </m:rPr>
                        <a:rPr lang="es-CL" noProof="0"/>
                        <m:t>Ta</m:t>
                      </m:r>
                    </m:oMath>
                  </m:oMathPara>
                </a14:m>
                <a:endParaRPr lang="es-CL" noProof="0" dirty="0"/>
              </a:p>
              <a:p>
                <a:pPr/>
                <a14:m>
                  <m:oMathPara xmlns:m="http://schemas.openxmlformats.org/officeDocument/2006/math">
                    <m:oMathParaPr>
                      <m:jc m:val="centerGroup"/>
                    </m:oMathParaPr>
                    <m:oMath xmlns:m="http://schemas.openxmlformats.org/officeDocument/2006/math">
                      <m:r>
                        <m:rPr>
                          <m:nor/>
                        </m:rPr>
                        <a:rPr lang="es-CL" noProof="0"/>
                        <m:t>Tj</m:t>
                      </m:r>
                      <m:r>
                        <m:rPr>
                          <m:nor/>
                        </m:rPr>
                        <a:rPr lang="es-CL" noProof="0"/>
                        <m:t> = </m:t>
                      </m:r>
                      <m:r>
                        <m:rPr>
                          <m:sty m:val="p"/>
                        </m:rPr>
                        <a:rPr lang="es-CL" i="1" noProof="0" smtClean="0">
                          <a:latin typeface="Cambria Math" panose="02040503050406030204" pitchFamily="18" charset="0"/>
                          <a:ea typeface="Cambria Math" panose="02040503050406030204" pitchFamily="18" charset="0"/>
                        </a:rPr>
                        <m:t>ψ</m:t>
                      </m:r>
                      <m:r>
                        <a:rPr lang="es-CL" i="1" noProof="0" smtClean="0">
                          <a:latin typeface="Cambria Math" panose="02040503050406030204" pitchFamily="18" charset="0"/>
                          <a:ea typeface="Cambria Math" panose="02040503050406030204" pitchFamily="18" charset="0"/>
                        </a:rPr>
                        <m:t> </m:t>
                      </m:r>
                      <m:r>
                        <m:rPr>
                          <m:nor/>
                        </m:rPr>
                        <a:rPr lang="es-CL" noProof="0"/>
                        <m:t>∗ </m:t>
                      </m:r>
                      <m:r>
                        <m:rPr>
                          <m:nor/>
                        </m:rPr>
                        <a:rPr lang="es-CL" noProof="0"/>
                        <m:t>Pd</m:t>
                      </m:r>
                      <m:r>
                        <m:rPr>
                          <m:nor/>
                        </m:rPr>
                        <a:rPr lang="es-CL" noProof="0"/>
                        <m:t> + </m:t>
                      </m:r>
                      <m:r>
                        <m:rPr>
                          <m:nor/>
                        </m:rPr>
                        <a:rPr lang="es-CL" noProof="0"/>
                        <m:t>Tt</m:t>
                      </m:r>
                    </m:oMath>
                  </m:oMathPara>
                </a14:m>
                <a:endParaRPr lang="es-CL" noProof="0" dirty="0"/>
              </a:p>
            </p:txBody>
          </p:sp>
        </mc:Choice>
        <mc:Fallback xmlns="">
          <p:sp>
            <p:nvSpPr>
              <p:cNvPr id="19" name="TextBox 18">
                <a:extLst>
                  <a:ext uri="{FF2B5EF4-FFF2-40B4-BE49-F238E27FC236}">
                    <a16:creationId xmlns:a16="http://schemas.microsoft.com/office/drawing/2014/main" id="{92F8F8A8-1647-3B51-0C3A-ABC95D7E6656}"/>
                  </a:ext>
                </a:extLst>
              </p:cNvPr>
              <p:cNvSpPr txBox="1">
                <a:spLocks noRot="1" noChangeAspect="1" noMove="1" noResize="1" noEditPoints="1" noAdjustHandles="1" noChangeArrowheads="1" noChangeShapeType="1" noTextEdit="1"/>
              </p:cNvSpPr>
              <p:nvPr/>
            </p:nvSpPr>
            <p:spPr>
              <a:xfrm>
                <a:off x="1914863" y="5120641"/>
                <a:ext cx="1474763" cy="553998"/>
              </a:xfrm>
              <a:prstGeom prst="rect">
                <a:avLst/>
              </a:prstGeom>
              <a:blipFill>
                <a:blip r:embed="rId4"/>
                <a:stretch>
                  <a:fillRect l="-4545" r="-3306" b="-15385"/>
                </a:stretch>
              </a:blipFill>
            </p:spPr>
            <p:txBody>
              <a:bodyPr/>
              <a:lstStyle/>
              <a:p>
                <a:r>
                  <a:rPr lang="es-CL">
                    <a:noFill/>
                  </a:rPr>
                  <a:t> </a:t>
                </a:r>
              </a:p>
            </p:txBody>
          </p:sp>
        </mc:Fallback>
      </mc:AlternateContent>
      <p:pic>
        <p:nvPicPr>
          <p:cNvPr id="4" name="Picture 3">
            <a:extLst>
              <a:ext uri="{FF2B5EF4-FFF2-40B4-BE49-F238E27FC236}">
                <a16:creationId xmlns:a16="http://schemas.microsoft.com/office/drawing/2014/main" id="{BC24DDE4-2898-E61A-997A-1B7B73FECEDC}"/>
              </a:ext>
            </a:extLst>
          </p:cNvPr>
          <p:cNvPicPr>
            <a:picLocks noChangeAspect="1"/>
          </p:cNvPicPr>
          <p:nvPr/>
        </p:nvPicPr>
        <p:blipFill>
          <a:blip r:embed="rId5"/>
          <a:stretch>
            <a:fillRect/>
          </a:stretch>
        </p:blipFill>
        <p:spPr>
          <a:xfrm>
            <a:off x="6978543" y="2141317"/>
            <a:ext cx="3939690" cy="3098497"/>
          </a:xfrm>
          <a:prstGeom prst="rect">
            <a:avLst/>
          </a:prstGeom>
        </p:spPr>
      </p:pic>
      <p:sp>
        <p:nvSpPr>
          <p:cNvPr id="3" name="TextBox 2">
            <a:extLst>
              <a:ext uri="{FF2B5EF4-FFF2-40B4-BE49-F238E27FC236}">
                <a16:creationId xmlns:a16="http://schemas.microsoft.com/office/drawing/2014/main" id="{7D7F650A-74DB-1A8D-E30D-70ED4CA42BD5}"/>
              </a:ext>
            </a:extLst>
          </p:cNvPr>
          <p:cNvSpPr txBox="1"/>
          <p:nvPr/>
        </p:nvSpPr>
        <p:spPr>
          <a:xfrm>
            <a:off x="6978544" y="5305307"/>
            <a:ext cx="3939690" cy="923330"/>
          </a:xfrm>
          <a:prstGeom prst="rect">
            <a:avLst/>
          </a:prstGeom>
          <a:noFill/>
        </p:spPr>
        <p:txBody>
          <a:bodyPr wrap="square" rtlCol="0">
            <a:spAutoFit/>
          </a:bodyPr>
          <a:lstStyle/>
          <a:p>
            <a:r>
              <a:rPr lang="es-CL" b="1" noProof="0" dirty="0"/>
              <a:t>b) </a:t>
            </a:r>
            <a:r>
              <a:rPr lang="es-CL" noProof="0" dirty="0"/>
              <a:t>Pérdidas máximas estimadas por componente</a:t>
            </a:r>
            <a:br>
              <a:rPr lang="es-CL" noProof="0" dirty="0"/>
            </a:br>
            <a:r>
              <a:rPr lang="es-CL" b="1" noProof="0" dirty="0">
                <a:solidFill>
                  <a:srgbClr val="FF0000"/>
                </a:solidFill>
              </a:rPr>
              <a:t>*</a:t>
            </a:r>
            <a:r>
              <a:rPr lang="es-CL" noProof="0" dirty="0"/>
              <a:t>Contará con disipador</a:t>
            </a:r>
          </a:p>
        </p:txBody>
      </p:sp>
      <p:sp>
        <p:nvSpPr>
          <p:cNvPr id="7" name="TextBox 6">
            <a:extLst>
              <a:ext uri="{FF2B5EF4-FFF2-40B4-BE49-F238E27FC236}">
                <a16:creationId xmlns:a16="http://schemas.microsoft.com/office/drawing/2014/main" id="{5E8D302C-5F87-60A7-A9C8-29717601569B}"/>
              </a:ext>
            </a:extLst>
          </p:cNvPr>
          <p:cNvSpPr txBox="1"/>
          <p:nvPr/>
        </p:nvSpPr>
        <p:spPr>
          <a:xfrm>
            <a:off x="6827597" y="4500453"/>
            <a:ext cx="400054" cy="369332"/>
          </a:xfrm>
          <a:prstGeom prst="rect">
            <a:avLst/>
          </a:prstGeom>
          <a:noFill/>
        </p:spPr>
        <p:txBody>
          <a:bodyPr wrap="square">
            <a:spAutoFit/>
          </a:bodyPr>
          <a:lstStyle/>
          <a:p>
            <a:r>
              <a:rPr lang="es-CL" b="1" noProof="0" dirty="0">
                <a:solidFill>
                  <a:srgbClr val="FF0000"/>
                </a:solidFill>
              </a:rPr>
              <a:t>*</a:t>
            </a:r>
            <a:endParaRPr lang="es-CL" noProof="0" dirty="0"/>
          </a:p>
        </p:txBody>
      </p:sp>
      <p:sp>
        <p:nvSpPr>
          <p:cNvPr id="8" name="TextBox 7">
            <a:extLst>
              <a:ext uri="{FF2B5EF4-FFF2-40B4-BE49-F238E27FC236}">
                <a16:creationId xmlns:a16="http://schemas.microsoft.com/office/drawing/2014/main" id="{F21933DB-C3B7-019A-5567-9E673CF5F09D}"/>
              </a:ext>
            </a:extLst>
          </p:cNvPr>
          <p:cNvSpPr txBox="1"/>
          <p:nvPr/>
        </p:nvSpPr>
        <p:spPr>
          <a:xfrm>
            <a:off x="6827597" y="3505899"/>
            <a:ext cx="400054" cy="369332"/>
          </a:xfrm>
          <a:prstGeom prst="rect">
            <a:avLst/>
          </a:prstGeom>
          <a:noFill/>
        </p:spPr>
        <p:txBody>
          <a:bodyPr wrap="square">
            <a:spAutoFit/>
          </a:bodyPr>
          <a:lstStyle/>
          <a:p>
            <a:r>
              <a:rPr lang="es-CL" b="1" noProof="0" dirty="0">
                <a:solidFill>
                  <a:srgbClr val="FF0000"/>
                </a:solidFill>
              </a:rPr>
              <a:t>*</a:t>
            </a:r>
            <a:endParaRPr lang="es-CL" noProof="0" dirty="0"/>
          </a:p>
        </p:txBody>
      </p:sp>
      <p:sp>
        <p:nvSpPr>
          <p:cNvPr id="9" name="TextBox 8">
            <a:extLst>
              <a:ext uri="{FF2B5EF4-FFF2-40B4-BE49-F238E27FC236}">
                <a16:creationId xmlns:a16="http://schemas.microsoft.com/office/drawing/2014/main" id="{0E5B4723-EFFE-1692-7D72-3E33735C4AE7}"/>
              </a:ext>
            </a:extLst>
          </p:cNvPr>
          <p:cNvSpPr txBox="1"/>
          <p:nvPr/>
        </p:nvSpPr>
        <p:spPr>
          <a:xfrm>
            <a:off x="6827597" y="3761093"/>
            <a:ext cx="400054" cy="369332"/>
          </a:xfrm>
          <a:prstGeom prst="rect">
            <a:avLst/>
          </a:prstGeom>
          <a:noFill/>
        </p:spPr>
        <p:txBody>
          <a:bodyPr wrap="square">
            <a:spAutoFit/>
          </a:bodyPr>
          <a:lstStyle/>
          <a:p>
            <a:r>
              <a:rPr lang="es-CL" b="1" noProof="0" dirty="0">
                <a:solidFill>
                  <a:srgbClr val="FF0000"/>
                </a:solidFill>
              </a:rPr>
              <a:t>*</a:t>
            </a:r>
            <a:endParaRPr lang="es-CL" noProof="0" dirty="0"/>
          </a:p>
        </p:txBody>
      </p:sp>
    </p:spTree>
    <p:extLst>
      <p:ext uri="{BB962C8B-B14F-4D97-AF65-F5344CB8AC3E}">
        <p14:creationId xmlns:p14="http://schemas.microsoft.com/office/powerpoint/2010/main" val="2670055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E8EB4E-686F-8088-0574-8BE78F1B6722}"/>
              </a:ext>
            </a:extLst>
          </p:cNvPr>
          <p:cNvSpPr>
            <a:spLocks noGrp="1"/>
          </p:cNvSpPr>
          <p:nvPr>
            <p:ph type="sldNum" sz="quarter" idx="12"/>
          </p:nvPr>
        </p:nvSpPr>
        <p:spPr/>
        <p:txBody>
          <a:bodyPr/>
          <a:lstStyle/>
          <a:p>
            <a:fld id="{E1D34442-3F6B-447F-BA0A-EA6B91D9644D}" type="slidenum">
              <a:rPr lang="es-CL" noProof="0" smtClean="0"/>
              <a:t>15</a:t>
            </a:fld>
            <a:endParaRPr lang="es-CL" noProof="0" dirty="0"/>
          </a:p>
        </p:txBody>
      </p:sp>
      <p:sp>
        <p:nvSpPr>
          <p:cNvPr id="2" name="Title 1">
            <a:extLst>
              <a:ext uri="{FF2B5EF4-FFF2-40B4-BE49-F238E27FC236}">
                <a16:creationId xmlns:a16="http://schemas.microsoft.com/office/drawing/2014/main" id="{18F2D954-8973-9254-5AF5-C76812ECC358}"/>
              </a:ext>
            </a:extLst>
          </p:cNvPr>
          <p:cNvSpPr>
            <a:spLocks noGrp="1"/>
          </p:cNvSpPr>
          <p:nvPr>
            <p:ph type="title" idx="4294967295"/>
          </p:nvPr>
        </p:nvSpPr>
        <p:spPr>
          <a:xfrm>
            <a:off x="857813" y="33084"/>
            <a:ext cx="10058400" cy="874805"/>
          </a:xfrm>
        </p:spPr>
        <p:txBody>
          <a:bodyPr/>
          <a:lstStyle/>
          <a:p>
            <a:r>
              <a:rPr lang="es-CL" noProof="0" dirty="0"/>
              <a:t>Esquemáticos</a:t>
            </a:r>
          </a:p>
        </p:txBody>
      </p:sp>
      <p:pic>
        <p:nvPicPr>
          <p:cNvPr id="4" name="Picture 3">
            <a:extLst>
              <a:ext uri="{FF2B5EF4-FFF2-40B4-BE49-F238E27FC236}">
                <a16:creationId xmlns:a16="http://schemas.microsoft.com/office/drawing/2014/main" id="{19CD3C18-67E7-327B-B1F2-03D1C10AD7DD}"/>
              </a:ext>
            </a:extLst>
          </p:cNvPr>
          <p:cNvPicPr>
            <a:picLocks noChangeAspect="1"/>
          </p:cNvPicPr>
          <p:nvPr/>
        </p:nvPicPr>
        <p:blipFill>
          <a:blip r:embed="rId3"/>
          <a:stretch>
            <a:fillRect/>
          </a:stretch>
        </p:blipFill>
        <p:spPr>
          <a:xfrm>
            <a:off x="2458411" y="1048026"/>
            <a:ext cx="7202154" cy="4937502"/>
          </a:xfrm>
          <a:prstGeom prst="rect">
            <a:avLst/>
          </a:prstGeom>
        </p:spPr>
      </p:pic>
    </p:spTree>
    <p:extLst>
      <p:ext uri="{BB962C8B-B14F-4D97-AF65-F5344CB8AC3E}">
        <p14:creationId xmlns:p14="http://schemas.microsoft.com/office/powerpoint/2010/main" val="3085133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9EC422-1224-3652-A63E-B3FAC5037C2B}"/>
              </a:ext>
            </a:extLst>
          </p:cNvPr>
          <p:cNvSpPr>
            <a:spLocks noGrp="1"/>
          </p:cNvSpPr>
          <p:nvPr>
            <p:ph type="sldNum" sz="quarter" idx="12"/>
          </p:nvPr>
        </p:nvSpPr>
        <p:spPr/>
        <p:txBody>
          <a:bodyPr/>
          <a:lstStyle/>
          <a:p>
            <a:fld id="{E1D34442-3F6B-447F-BA0A-EA6B91D9644D}" type="slidenum">
              <a:rPr lang="es-CL" noProof="0" smtClean="0"/>
              <a:t>16</a:t>
            </a:fld>
            <a:endParaRPr lang="es-CL" noProof="0" dirty="0"/>
          </a:p>
        </p:txBody>
      </p:sp>
      <p:pic>
        <p:nvPicPr>
          <p:cNvPr id="3" name="Picture 2">
            <a:extLst>
              <a:ext uri="{FF2B5EF4-FFF2-40B4-BE49-F238E27FC236}">
                <a16:creationId xmlns:a16="http://schemas.microsoft.com/office/drawing/2014/main" id="{75E89545-3363-87D9-6B60-B8AD9A5E3F42}"/>
              </a:ext>
            </a:extLst>
          </p:cNvPr>
          <p:cNvPicPr>
            <a:picLocks noChangeAspect="1"/>
          </p:cNvPicPr>
          <p:nvPr/>
        </p:nvPicPr>
        <p:blipFill>
          <a:blip r:embed="rId3"/>
          <a:stretch>
            <a:fillRect/>
          </a:stretch>
        </p:blipFill>
        <p:spPr>
          <a:xfrm>
            <a:off x="1657149" y="293235"/>
            <a:ext cx="8899325" cy="6086320"/>
          </a:xfrm>
          <a:prstGeom prst="rect">
            <a:avLst/>
          </a:prstGeom>
        </p:spPr>
      </p:pic>
    </p:spTree>
    <p:extLst>
      <p:ext uri="{BB962C8B-B14F-4D97-AF65-F5344CB8AC3E}">
        <p14:creationId xmlns:p14="http://schemas.microsoft.com/office/powerpoint/2010/main" val="155493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305FA1-404A-8FB3-198A-5F0EB16A2886}"/>
              </a:ext>
            </a:extLst>
          </p:cNvPr>
          <p:cNvSpPr>
            <a:spLocks noGrp="1"/>
          </p:cNvSpPr>
          <p:nvPr>
            <p:ph type="sldNum" sz="quarter" idx="12"/>
          </p:nvPr>
        </p:nvSpPr>
        <p:spPr/>
        <p:txBody>
          <a:bodyPr/>
          <a:lstStyle/>
          <a:p>
            <a:fld id="{E1D34442-3F6B-447F-BA0A-EA6B91D9644D}" type="slidenum">
              <a:rPr lang="es-CL" noProof="0" smtClean="0"/>
              <a:t>17</a:t>
            </a:fld>
            <a:endParaRPr lang="es-CL" noProof="0" dirty="0"/>
          </a:p>
        </p:txBody>
      </p:sp>
      <p:pic>
        <p:nvPicPr>
          <p:cNvPr id="6" name="Picture 5">
            <a:extLst>
              <a:ext uri="{FF2B5EF4-FFF2-40B4-BE49-F238E27FC236}">
                <a16:creationId xmlns:a16="http://schemas.microsoft.com/office/drawing/2014/main" id="{A5A04828-4954-6B4E-FC57-B001A7FAF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8104" y="0"/>
            <a:ext cx="9422874" cy="6664960"/>
          </a:xfrm>
          <a:prstGeom prst="rect">
            <a:avLst/>
          </a:prstGeom>
        </p:spPr>
      </p:pic>
    </p:spTree>
    <p:extLst>
      <p:ext uri="{BB962C8B-B14F-4D97-AF65-F5344CB8AC3E}">
        <p14:creationId xmlns:p14="http://schemas.microsoft.com/office/powerpoint/2010/main" val="3993323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64D3F0E-BC9B-F43B-327F-F2A016FC2B8A}"/>
              </a:ext>
            </a:extLst>
          </p:cNvPr>
          <p:cNvSpPr/>
          <p:nvPr/>
        </p:nvSpPr>
        <p:spPr>
          <a:xfrm>
            <a:off x="7662350" y="1244450"/>
            <a:ext cx="3921717" cy="4978679"/>
          </a:xfrm>
          <a:prstGeom prst="rect">
            <a:avLst/>
          </a:prstGeom>
          <a:solidFill>
            <a:srgbClr val="FFC000">
              <a:alpha val="74902"/>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4" name="Rectangle 13">
            <a:extLst>
              <a:ext uri="{FF2B5EF4-FFF2-40B4-BE49-F238E27FC236}">
                <a16:creationId xmlns:a16="http://schemas.microsoft.com/office/drawing/2014/main" id="{A08785AD-CFDB-512B-406A-461C72BAC780}"/>
              </a:ext>
            </a:extLst>
          </p:cNvPr>
          <p:cNvSpPr/>
          <p:nvPr/>
        </p:nvSpPr>
        <p:spPr>
          <a:xfrm>
            <a:off x="715869" y="1234231"/>
            <a:ext cx="6962586" cy="4978679"/>
          </a:xfrm>
          <a:prstGeom prst="rect">
            <a:avLst/>
          </a:prstGeom>
          <a:solidFill>
            <a:srgbClr val="BFBFBF">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5" name="Slide Number Placeholder 4">
            <a:extLst>
              <a:ext uri="{FF2B5EF4-FFF2-40B4-BE49-F238E27FC236}">
                <a16:creationId xmlns:a16="http://schemas.microsoft.com/office/drawing/2014/main" id="{D8EDC099-A8F0-F108-B00B-AED622169223}"/>
              </a:ext>
            </a:extLst>
          </p:cNvPr>
          <p:cNvSpPr>
            <a:spLocks noGrp="1"/>
          </p:cNvSpPr>
          <p:nvPr>
            <p:ph type="sldNum" sz="quarter" idx="12"/>
          </p:nvPr>
        </p:nvSpPr>
        <p:spPr/>
        <p:txBody>
          <a:bodyPr/>
          <a:lstStyle/>
          <a:p>
            <a:fld id="{E1D34442-3F6B-447F-BA0A-EA6B91D9644D}" type="slidenum">
              <a:rPr lang="es-CL" noProof="0" smtClean="0"/>
              <a:t>18</a:t>
            </a:fld>
            <a:endParaRPr lang="es-CL" noProof="0" dirty="0"/>
          </a:p>
        </p:txBody>
      </p:sp>
      <p:sp>
        <p:nvSpPr>
          <p:cNvPr id="2" name="Title 1">
            <a:extLst>
              <a:ext uri="{FF2B5EF4-FFF2-40B4-BE49-F238E27FC236}">
                <a16:creationId xmlns:a16="http://schemas.microsoft.com/office/drawing/2014/main" id="{E073A6B5-7D20-9AE8-7A78-00A8E9883A81}"/>
              </a:ext>
            </a:extLst>
          </p:cNvPr>
          <p:cNvSpPr>
            <a:spLocks noGrp="1"/>
          </p:cNvSpPr>
          <p:nvPr>
            <p:ph type="title" idx="4294967295"/>
          </p:nvPr>
        </p:nvSpPr>
        <p:spPr>
          <a:xfrm>
            <a:off x="715869" y="383331"/>
            <a:ext cx="10058400" cy="850900"/>
          </a:xfrm>
        </p:spPr>
        <p:txBody>
          <a:bodyPr/>
          <a:lstStyle/>
          <a:p>
            <a:r>
              <a:rPr lang="en-US" noProof="0" dirty="0"/>
              <a:t>Placas de circuito </a:t>
            </a:r>
            <a:r>
              <a:rPr lang="en-US" noProof="0" dirty="0" err="1"/>
              <a:t>impreso</a:t>
            </a:r>
            <a:r>
              <a:rPr lang="en-US" noProof="0" dirty="0"/>
              <a:t> (PCBs)</a:t>
            </a:r>
            <a:endParaRPr lang="es-CL" noProof="0" dirty="0"/>
          </a:p>
        </p:txBody>
      </p:sp>
      <p:pic>
        <p:nvPicPr>
          <p:cNvPr id="9" name="Content Placeholder 8">
            <a:extLst>
              <a:ext uri="{FF2B5EF4-FFF2-40B4-BE49-F238E27FC236}">
                <a16:creationId xmlns:a16="http://schemas.microsoft.com/office/drawing/2014/main" id="{6ACE1063-4AF4-1D41-5084-245BAD6D8C8E}"/>
              </a:ext>
            </a:extLst>
          </p:cNvPr>
          <p:cNvPicPr>
            <a:picLocks noGrp="1" noChangeAspect="1"/>
          </p:cNvPicPr>
          <p:nvPr>
            <p:ph sz="half" idx="4294967295"/>
          </p:nvPr>
        </p:nvPicPr>
        <p:blipFill>
          <a:blip r:embed="rId3">
            <a:extLst>
              <a:ext uri="{BEBA8EAE-BF5A-486C-A8C5-ECC9F3942E4B}">
                <a14:imgProps xmlns:a14="http://schemas.microsoft.com/office/drawing/2010/main">
                  <a14:imgLayer r:embed="rId4">
                    <a14:imgEffect>
                      <a14:backgroundRemoval t="7134" b="94013" l="3548" r="98891">
                        <a14:foregroundMark x1="3104" y1="7643" x2="4878" y2="63439"/>
                        <a14:foregroundMark x1="4878" y1="63439" x2="21286" y2="87898"/>
                        <a14:foregroundMark x1="21286" y1="87898" x2="56763" y2="87898"/>
                        <a14:foregroundMark x1="56763" y1="87898" x2="83038" y2="79873"/>
                        <a14:foregroundMark x1="83038" y1="79873" x2="91020" y2="19745"/>
                        <a14:foregroundMark x1="91020" y1="19745" x2="9424" y2="18089"/>
                        <a14:foregroundMark x1="3548" y1="8153" x2="4545" y2="83567"/>
                        <a14:foregroundMark x1="4545" y1="83567" x2="32810" y2="93591"/>
                        <a14:foregroundMark x1="80327" y1="93981" x2="93348" y2="85223"/>
                        <a14:foregroundMark x1="93348" y1="85223" x2="89911" y2="7771"/>
                        <a14:foregroundMark x1="89911" y1="7771" x2="3548" y2="9172"/>
                        <a14:foregroundMark x1="34701" y1="26879" x2="12528" y2="31975"/>
                        <a14:foregroundMark x1="12528" y1="31975" x2="23392" y2="66369"/>
                        <a14:foregroundMark x1="23392" y1="66369" x2="41574" y2="15032"/>
                        <a14:foregroundMark x1="41574" y1="15032" x2="7650" y2="7134"/>
                        <a14:foregroundMark x1="50887" y1="24204" x2="28492" y2="34268"/>
                        <a14:foregroundMark x1="28492" y1="34268" x2="47450" y2="58726"/>
                        <a14:foregroundMark x1="47450" y1="58726" x2="58426" y2="19873"/>
                        <a14:foregroundMark x1="58426" y1="19873" x2="33814" y2="16433"/>
                        <a14:foregroundMark x1="36031" y1="25860" x2="26608" y2="42930"/>
                        <a14:foregroundMark x1="26608" y1="42930" x2="45122" y2="39236"/>
                        <a14:foregroundMark x1="45122" y1="39236" x2="36031" y2="24204"/>
                        <a14:foregroundMark x1="10754" y1="19108" x2="13969" y2="59108"/>
                        <a14:foregroundMark x1="13969" y1="59108" x2="29268" y2="41401"/>
                        <a14:foregroundMark x1="29268" y1="41401" x2="18958" y2="7643"/>
                        <a14:foregroundMark x1="18958" y1="7643" x2="10532" y2="41401"/>
                        <a14:foregroundMark x1="10532" y1="41401" x2="13525" y2="49682"/>
                        <a14:foregroundMark x1="80710" y1="10191" x2="95987" y2="16688"/>
                        <a14:foregroundMark x1="95952" y1="80885" x2="95581" y2="93738"/>
                        <a14:foregroundMark x1="96570" y1="59463" x2="96385" y2="65888"/>
                        <a14:foregroundMark x1="77889" y1="93924" x2="56652" y2="55287"/>
                        <a14:foregroundMark x1="56652" y1="55287" x2="81596" y2="54268"/>
                        <a14:foregroundMark x1="81596" y1="54268" x2="81596" y2="54268"/>
                        <a14:foregroundMark x1="88359" y1="89045" x2="96452" y2="69172"/>
                        <a14:foregroundMark x1="96452" y1="69172" x2="96829" y2="63291"/>
                        <a14:foregroundMark x1="95739" y1="22738" x2="90133" y2="7898"/>
                        <a14:foregroundMark x1="90133" y1="7898" x2="78492" y2="51210"/>
                        <a14:foregroundMark x1="75721" y1="25860" x2="72616" y2="11847"/>
                        <a14:foregroundMark x1="36918" y1="58981" x2="19845" y2="65223"/>
                        <a14:foregroundMark x1="19845" y1="65223" x2="32594" y2="49172"/>
                        <a14:foregroundMark x1="32594" y1="49172" x2="28825" y2="48025"/>
                        <a14:foregroundMark x1="31486" y1="58471" x2="36475" y2="57452"/>
                        <a14:foregroundMark x1="69845" y1="32994" x2="65410" y2="25860"/>
                        <a14:foregroundMark x1="21175" y1="53758" x2="27938" y2="72229"/>
                        <a14:foregroundMark x1="27938" y1="72229" x2="40576" y2="56433"/>
                        <a14:foregroundMark x1="40576" y1="56433" x2="22506" y2="57452"/>
                        <a14:foregroundMark x1="22506" y1="57452" x2="21619" y2="61019"/>
                        <a14:foregroundMark x1="69845" y1="30446" x2="58093" y2="31465"/>
                        <a14:foregroundMark x1="66741" y1="25860" x2="54213" y2="41656"/>
                        <a14:foregroundMark x1="54213" y1="41656" x2="83038" y2="52102"/>
                        <a14:foregroundMark x1="83038" y1="52102" x2="73282" y2="20510"/>
                        <a14:foregroundMark x1="73282" y1="20510" x2="46896" y2="31847"/>
                        <a14:foregroundMark x1="46896" y1="31847" x2="61973" y2="51210"/>
                        <a14:foregroundMark x1="61973" y1="51210" x2="91131" y2="43567"/>
                        <a14:foregroundMark x1="91131" y1="43567" x2="56319" y2="25096"/>
                        <a14:foregroundMark x1="56319" y1="25096" x2="47118" y2="51465"/>
                        <a14:foregroundMark x1="47118" y1="51465" x2="50443" y2="61019"/>
                        <a14:backgroundMark x1="31929" y1="95159" x2="81153" y2="96306"/>
                        <a14:backgroundMark x1="81153" y1="96306" x2="99446" y2="95924"/>
                        <a14:backgroundMark x1="99446" y1="95924" x2="41463" y2="98344"/>
                        <a14:backgroundMark x1="96452" y1="79108" x2="98780" y2="23185"/>
                        <a14:backgroundMark x1="98337" y1="16433" x2="99667" y2="52739"/>
                        <a14:backgroundMark x1="96452" y1="22675" x2="99667" y2="70318"/>
                      </a14:backgroundRemoval>
                    </a14:imgEffect>
                  </a14:imgLayer>
                </a14:imgProps>
              </a:ext>
            </a:extLst>
          </a:blip>
          <a:stretch>
            <a:fillRect/>
          </a:stretch>
        </p:blipFill>
        <p:spPr>
          <a:xfrm>
            <a:off x="890989" y="2595472"/>
            <a:ext cx="2776538" cy="2417762"/>
          </a:xfrm>
          <a:prstGeom prst="rect">
            <a:avLst/>
          </a:prstGeom>
        </p:spPr>
      </p:pic>
      <p:pic>
        <p:nvPicPr>
          <p:cNvPr id="11" name="Content Placeholder 10">
            <a:extLst>
              <a:ext uri="{FF2B5EF4-FFF2-40B4-BE49-F238E27FC236}">
                <a16:creationId xmlns:a16="http://schemas.microsoft.com/office/drawing/2014/main" id="{71FC131D-902F-440E-CCC4-486E3E826F6A}"/>
              </a:ext>
            </a:extLst>
          </p:cNvPr>
          <p:cNvPicPr>
            <a:picLocks noGrp="1" noChangeAspect="1"/>
          </p:cNvPicPr>
          <p:nvPr>
            <p:ph sz="half" idx="4294967295"/>
          </p:nvPr>
        </p:nvPicPr>
        <p:blipFill>
          <a:blip r:embed="rId5"/>
          <a:stretch>
            <a:fillRect/>
          </a:stretch>
        </p:blipFill>
        <p:spPr>
          <a:xfrm>
            <a:off x="4025806" y="1425022"/>
            <a:ext cx="3438525" cy="2233612"/>
          </a:xfrm>
          <a:prstGeom prst="rect">
            <a:avLst/>
          </a:prstGeom>
        </p:spPr>
      </p:pic>
      <p:pic>
        <p:nvPicPr>
          <p:cNvPr id="13" name="Picture 12">
            <a:extLst>
              <a:ext uri="{FF2B5EF4-FFF2-40B4-BE49-F238E27FC236}">
                <a16:creationId xmlns:a16="http://schemas.microsoft.com/office/drawing/2014/main" id="{90C2F61A-2A20-106C-77F5-82BFA19D8B01}"/>
              </a:ext>
            </a:extLst>
          </p:cNvPr>
          <p:cNvPicPr>
            <a:picLocks noChangeAspect="1"/>
          </p:cNvPicPr>
          <p:nvPr/>
        </p:nvPicPr>
        <p:blipFill>
          <a:blip r:embed="rId6"/>
          <a:stretch>
            <a:fillRect/>
          </a:stretch>
        </p:blipFill>
        <p:spPr>
          <a:xfrm>
            <a:off x="4835606" y="4114415"/>
            <a:ext cx="2056193" cy="1614174"/>
          </a:xfrm>
          <a:prstGeom prst="rect">
            <a:avLst/>
          </a:prstGeom>
        </p:spPr>
      </p:pic>
      <p:pic>
        <p:nvPicPr>
          <p:cNvPr id="15" name="Picture 14">
            <a:extLst>
              <a:ext uri="{FF2B5EF4-FFF2-40B4-BE49-F238E27FC236}">
                <a16:creationId xmlns:a16="http://schemas.microsoft.com/office/drawing/2014/main" id="{7A7E377D-878D-63F7-2038-B89C97F7D2B4}"/>
              </a:ext>
            </a:extLst>
          </p:cNvPr>
          <p:cNvPicPr>
            <a:picLocks noChangeAspect="1"/>
          </p:cNvPicPr>
          <p:nvPr/>
        </p:nvPicPr>
        <p:blipFill>
          <a:blip r:embed="rId7"/>
          <a:stretch>
            <a:fillRect/>
          </a:stretch>
        </p:blipFill>
        <p:spPr>
          <a:xfrm>
            <a:off x="8313622" y="2669001"/>
            <a:ext cx="2768984" cy="2499465"/>
          </a:xfrm>
          <a:prstGeom prst="rect">
            <a:avLst/>
          </a:prstGeom>
        </p:spPr>
      </p:pic>
      <p:sp>
        <p:nvSpPr>
          <p:cNvPr id="3" name="TextBox 2">
            <a:extLst>
              <a:ext uri="{FF2B5EF4-FFF2-40B4-BE49-F238E27FC236}">
                <a16:creationId xmlns:a16="http://schemas.microsoft.com/office/drawing/2014/main" id="{66EFC9DA-A5B3-269D-96E2-9333E9016506}"/>
              </a:ext>
            </a:extLst>
          </p:cNvPr>
          <p:cNvSpPr txBox="1"/>
          <p:nvPr/>
        </p:nvSpPr>
        <p:spPr>
          <a:xfrm>
            <a:off x="1396175" y="5046843"/>
            <a:ext cx="2367419" cy="369332"/>
          </a:xfrm>
          <a:prstGeom prst="rect">
            <a:avLst/>
          </a:prstGeom>
          <a:noFill/>
        </p:spPr>
        <p:txBody>
          <a:bodyPr wrap="square" rtlCol="0">
            <a:spAutoFit/>
          </a:bodyPr>
          <a:lstStyle/>
          <a:p>
            <a:r>
              <a:rPr lang="es-CL" b="1" noProof="0" dirty="0"/>
              <a:t>a) </a:t>
            </a:r>
            <a:r>
              <a:rPr lang="es-CL" noProof="0" dirty="0"/>
              <a:t>Convertidores</a:t>
            </a:r>
          </a:p>
        </p:txBody>
      </p:sp>
      <p:sp>
        <p:nvSpPr>
          <p:cNvPr id="6" name="TextBox 5">
            <a:extLst>
              <a:ext uri="{FF2B5EF4-FFF2-40B4-BE49-F238E27FC236}">
                <a16:creationId xmlns:a16="http://schemas.microsoft.com/office/drawing/2014/main" id="{3E0ACD69-D3E6-8D93-8A04-4CA3E0928577}"/>
              </a:ext>
            </a:extLst>
          </p:cNvPr>
          <p:cNvSpPr txBox="1"/>
          <p:nvPr/>
        </p:nvSpPr>
        <p:spPr>
          <a:xfrm>
            <a:off x="5368875" y="3734068"/>
            <a:ext cx="1566364" cy="369332"/>
          </a:xfrm>
          <a:prstGeom prst="rect">
            <a:avLst/>
          </a:prstGeom>
          <a:noFill/>
        </p:spPr>
        <p:txBody>
          <a:bodyPr wrap="square">
            <a:spAutoFit/>
          </a:bodyPr>
          <a:lstStyle/>
          <a:p>
            <a:r>
              <a:rPr lang="es-CL" b="1" noProof="0" dirty="0"/>
              <a:t>b) </a:t>
            </a:r>
            <a:r>
              <a:rPr lang="es-CL" noProof="0" dirty="0"/>
              <a:t>BMS</a:t>
            </a:r>
          </a:p>
        </p:txBody>
      </p:sp>
      <p:sp>
        <p:nvSpPr>
          <p:cNvPr id="7" name="TextBox 6">
            <a:extLst>
              <a:ext uri="{FF2B5EF4-FFF2-40B4-BE49-F238E27FC236}">
                <a16:creationId xmlns:a16="http://schemas.microsoft.com/office/drawing/2014/main" id="{BDB0E5FC-1A33-F011-2280-8EE0EA7C5788}"/>
              </a:ext>
            </a:extLst>
          </p:cNvPr>
          <p:cNvSpPr txBox="1"/>
          <p:nvPr/>
        </p:nvSpPr>
        <p:spPr>
          <a:xfrm>
            <a:off x="4144978" y="5739604"/>
            <a:ext cx="3437448" cy="369332"/>
          </a:xfrm>
          <a:prstGeom prst="rect">
            <a:avLst/>
          </a:prstGeom>
          <a:noFill/>
        </p:spPr>
        <p:txBody>
          <a:bodyPr wrap="square">
            <a:spAutoFit/>
          </a:bodyPr>
          <a:lstStyle/>
          <a:p>
            <a:r>
              <a:rPr lang="es-CL" b="1" noProof="0" dirty="0"/>
              <a:t>b.1) </a:t>
            </a:r>
            <a:r>
              <a:rPr lang="es-CL" noProof="0" dirty="0"/>
              <a:t>Indicador de capacidad Li-</a:t>
            </a:r>
            <a:r>
              <a:rPr lang="es-CL" noProof="0" dirty="0" err="1"/>
              <a:t>po</a:t>
            </a:r>
            <a:endParaRPr lang="es-CL" noProof="0" dirty="0"/>
          </a:p>
        </p:txBody>
      </p:sp>
      <p:sp>
        <p:nvSpPr>
          <p:cNvPr id="8" name="TextBox 7">
            <a:extLst>
              <a:ext uri="{FF2B5EF4-FFF2-40B4-BE49-F238E27FC236}">
                <a16:creationId xmlns:a16="http://schemas.microsoft.com/office/drawing/2014/main" id="{EE269583-74E4-36E2-1C0D-DE4A226B3A01}"/>
              </a:ext>
            </a:extLst>
          </p:cNvPr>
          <p:cNvSpPr txBox="1"/>
          <p:nvPr/>
        </p:nvSpPr>
        <p:spPr>
          <a:xfrm>
            <a:off x="8313622" y="5359257"/>
            <a:ext cx="2894123" cy="369332"/>
          </a:xfrm>
          <a:prstGeom prst="rect">
            <a:avLst/>
          </a:prstGeom>
          <a:noFill/>
        </p:spPr>
        <p:txBody>
          <a:bodyPr wrap="square">
            <a:spAutoFit/>
          </a:bodyPr>
          <a:lstStyle/>
          <a:p>
            <a:r>
              <a:rPr lang="es-CL" b="1" noProof="0" dirty="0"/>
              <a:t>b.2) </a:t>
            </a:r>
            <a:r>
              <a:rPr lang="es-CL" noProof="0" dirty="0"/>
              <a:t>Llave de paso MOSFET</a:t>
            </a:r>
          </a:p>
        </p:txBody>
      </p:sp>
      <p:sp>
        <p:nvSpPr>
          <p:cNvPr id="10" name="TextBox 9">
            <a:extLst>
              <a:ext uri="{FF2B5EF4-FFF2-40B4-BE49-F238E27FC236}">
                <a16:creationId xmlns:a16="http://schemas.microsoft.com/office/drawing/2014/main" id="{26FC68C2-E176-8E26-7884-B9AF219583EF}"/>
              </a:ext>
            </a:extLst>
          </p:cNvPr>
          <p:cNvSpPr txBox="1"/>
          <p:nvPr/>
        </p:nvSpPr>
        <p:spPr>
          <a:xfrm>
            <a:off x="1095548" y="1425022"/>
            <a:ext cx="2367419" cy="923330"/>
          </a:xfrm>
          <a:prstGeom prst="rect">
            <a:avLst/>
          </a:prstGeom>
          <a:noFill/>
        </p:spPr>
        <p:txBody>
          <a:bodyPr wrap="square" rtlCol="0">
            <a:spAutoFit/>
          </a:bodyPr>
          <a:lstStyle/>
          <a:p>
            <a:r>
              <a:rPr lang="es-CL" noProof="0" dirty="0"/>
              <a:t>Características:</a:t>
            </a:r>
          </a:p>
          <a:p>
            <a:pPr marL="285750" indent="-285750">
              <a:buFont typeface="Arial" panose="020B0604020202020204" pitchFamily="34" charset="0"/>
              <a:buChar char="•"/>
            </a:pPr>
            <a:r>
              <a:rPr lang="es-CL" noProof="0" dirty="0"/>
              <a:t>FR4 1.6[mm]</a:t>
            </a:r>
          </a:p>
          <a:p>
            <a:pPr marL="285750" indent="-285750">
              <a:buFont typeface="Arial" panose="020B0604020202020204" pitchFamily="34" charset="0"/>
              <a:buChar char="•"/>
            </a:pPr>
            <a:r>
              <a:rPr lang="es-CL" noProof="0" dirty="0"/>
              <a:t>2 capas, 2 [oz]</a:t>
            </a:r>
          </a:p>
        </p:txBody>
      </p:sp>
      <p:sp>
        <p:nvSpPr>
          <p:cNvPr id="12" name="TextBox 11">
            <a:extLst>
              <a:ext uri="{FF2B5EF4-FFF2-40B4-BE49-F238E27FC236}">
                <a16:creationId xmlns:a16="http://schemas.microsoft.com/office/drawing/2014/main" id="{A78CD40E-BD1C-2D74-5F50-DBCC9B63840F}"/>
              </a:ext>
            </a:extLst>
          </p:cNvPr>
          <p:cNvSpPr txBox="1"/>
          <p:nvPr/>
        </p:nvSpPr>
        <p:spPr>
          <a:xfrm>
            <a:off x="8514404" y="1425022"/>
            <a:ext cx="2367419" cy="1200329"/>
          </a:xfrm>
          <a:prstGeom prst="rect">
            <a:avLst/>
          </a:prstGeom>
          <a:noFill/>
        </p:spPr>
        <p:txBody>
          <a:bodyPr wrap="square" rtlCol="0">
            <a:spAutoFit/>
          </a:bodyPr>
          <a:lstStyle/>
          <a:p>
            <a:r>
              <a:rPr lang="es-CL" noProof="0" dirty="0"/>
              <a:t>Características</a:t>
            </a:r>
          </a:p>
          <a:p>
            <a:pPr marL="285750" indent="-285750">
              <a:buFont typeface="Arial" panose="020B0604020202020204" pitchFamily="34" charset="0"/>
              <a:buChar char="•"/>
            </a:pPr>
            <a:r>
              <a:rPr lang="es-CL" noProof="0" dirty="0"/>
              <a:t>FR4 1.6[mm]</a:t>
            </a:r>
          </a:p>
          <a:p>
            <a:pPr marL="285750" indent="-285750">
              <a:buFont typeface="Arial" panose="020B0604020202020204" pitchFamily="34" charset="0"/>
              <a:buChar char="•"/>
            </a:pPr>
            <a:r>
              <a:rPr lang="es-CL" noProof="0" dirty="0"/>
              <a:t>8 capas, 5 [oz]</a:t>
            </a:r>
          </a:p>
          <a:p>
            <a:pPr marL="285750" indent="-285750">
              <a:buFont typeface="Arial" panose="020B0604020202020204" pitchFamily="34" charset="0"/>
              <a:buChar char="•"/>
            </a:pPr>
            <a:r>
              <a:rPr lang="es-CL" noProof="0" dirty="0"/>
              <a:t>Acabado ENIG</a:t>
            </a:r>
          </a:p>
        </p:txBody>
      </p:sp>
    </p:spTree>
    <p:extLst>
      <p:ext uri="{BB962C8B-B14F-4D97-AF65-F5344CB8AC3E}">
        <p14:creationId xmlns:p14="http://schemas.microsoft.com/office/powerpoint/2010/main" val="2814901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7E0F-5D67-0A89-5CEF-46C2DD36B274}"/>
              </a:ext>
            </a:extLst>
          </p:cNvPr>
          <p:cNvSpPr>
            <a:spLocks noGrp="1"/>
          </p:cNvSpPr>
          <p:nvPr>
            <p:ph type="title"/>
          </p:nvPr>
        </p:nvSpPr>
        <p:spPr>
          <a:xfrm>
            <a:off x="457200" y="594359"/>
            <a:ext cx="3200400" cy="1618131"/>
          </a:xfrm>
        </p:spPr>
        <p:txBody>
          <a:bodyPr anchor="b">
            <a:normAutofit/>
          </a:bodyPr>
          <a:lstStyle/>
          <a:p>
            <a:r>
              <a:rPr lang="es-CL" sz="4000" noProof="0" dirty="0"/>
              <a:t>Fabricación aditiva</a:t>
            </a:r>
          </a:p>
        </p:txBody>
      </p:sp>
      <p:pic>
        <p:nvPicPr>
          <p:cNvPr id="7" name="Content Placeholder 6">
            <a:extLst>
              <a:ext uri="{FF2B5EF4-FFF2-40B4-BE49-F238E27FC236}">
                <a16:creationId xmlns:a16="http://schemas.microsoft.com/office/drawing/2014/main" id="{86775A8A-B677-F5FB-64B2-CF9DAD55371D}"/>
              </a:ext>
            </a:extLst>
          </p:cNvPr>
          <p:cNvPicPr>
            <a:picLocks noGrp="1" noChangeAspect="1"/>
          </p:cNvPicPr>
          <p:nvPr>
            <p:ph idx="1"/>
          </p:nvPr>
        </p:nvPicPr>
        <p:blipFill>
          <a:blip r:embed="rId3"/>
          <a:stretch>
            <a:fillRect/>
          </a:stretch>
        </p:blipFill>
        <p:spPr>
          <a:xfrm>
            <a:off x="4138128" y="881968"/>
            <a:ext cx="8053872" cy="5094073"/>
          </a:xfrm>
          <a:prstGeom prst="rect">
            <a:avLst/>
          </a:prstGeom>
          <a:noFill/>
        </p:spPr>
      </p:pic>
      <p:sp>
        <p:nvSpPr>
          <p:cNvPr id="12" name="Text Placeholder 3">
            <a:extLst>
              <a:ext uri="{FF2B5EF4-FFF2-40B4-BE49-F238E27FC236}">
                <a16:creationId xmlns:a16="http://schemas.microsoft.com/office/drawing/2014/main" id="{1FDE0FC1-E459-D7F7-C236-742481B59C43}"/>
              </a:ext>
            </a:extLst>
          </p:cNvPr>
          <p:cNvSpPr>
            <a:spLocks noGrp="1"/>
          </p:cNvSpPr>
          <p:nvPr>
            <p:ph type="body" sz="half" idx="2"/>
          </p:nvPr>
        </p:nvSpPr>
        <p:spPr>
          <a:xfrm>
            <a:off x="457200" y="4258848"/>
            <a:ext cx="3363238" cy="2046357"/>
          </a:xfrm>
        </p:spPr>
        <p:txBody>
          <a:bodyPr>
            <a:normAutofit/>
          </a:bodyPr>
          <a:lstStyle/>
          <a:p>
            <a:pPr marL="285750" indent="-285750">
              <a:buFont typeface="Arial" panose="020B0604020202020204" pitchFamily="34" charset="0"/>
              <a:buChar char="•"/>
            </a:pPr>
            <a:r>
              <a:rPr lang="es-CL" sz="1600" noProof="0" dirty="0"/>
              <a:t>1 a 3 conectores batería-barra-actuador</a:t>
            </a:r>
          </a:p>
          <a:p>
            <a:pPr marL="285750" indent="-285750">
              <a:buFont typeface="Arial" panose="020B0604020202020204" pitchFamily="34" charset="0"/>
              <a:buChar char="•"/>
            </a:pPr>
            <a:r>
              <a:rPr lang="es-CL" sz="1600" noProof="0" dirty="0"/>
              <a:t>4 a 7 fijación de placas y protección de superficies conductoras expuestas</a:t>
            </a:r>
          </a:p>
          <a:p>
            <a:pPr marL="285750" indent="-285750">
              <a:buFont typeface="Arial" panose="020B0604020202020204" pitchFamily="34" charset="0"/>
              <a:buChar char="•"/>
            </a:pPr>
            <a:r>
              <a:rPr lang="es-CL" sz="1600" noProof="0" dirty="0"/>
              <a:t>8 a 10 cara frontal e interacción con el usuario </a:t>
            </a:r>
          </a:p>
        </p:txBody>
      </p:sp>
      <p:sp>
        <p:nvSpPr>
          <p:cNvPr id="5" name="Slide Number Placeholder 4">
            <a:extLst>
              <a:ext uri="{FF2B5EF4-FFF2-40B4-BE49-F238E27FC236}">
                <a16:creationId xmlns:a16="http://schemas.microsoft.com/office/drawing/2014/main" id="{652B3280-5CCC-4E4F-2E9E-2DACEED5F402}"/>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19</a:t>
            </a:fld>
            <a:endParaRPr lang="es-CL" sz="1900" noProof="0" dirty="0"/>
          </a:p>
        </p:txBody>
      </p:sp>
      <p:sp>
        <p:nvSpPr>
          <p:cNvPr id="3" name="Text Placeholder 3">
            <a:extLst>
              <a:ext uri="{FF2B5EF4-FFF2-40B4-BE49-F238E27FC236}">
                <a16:creationId xmlns:a16="http://schemas.microsoft.com/office/drawing/2014/main" id="{A6A9744C-677D-B282-287B-CB310D651201}"/>
              </a:ext>
            </a:extLst>
          </p:cNvPr>
          <p:cNvSpPr txBox="1">
            <a:spLocks/>
          </p:cNvSpPr>
          <p:nvPr/>
        </p:nvSpPr>
        <p:spPr>
          <a:xfrm>
            <a:off x="457200" y="2405821"/>
            <a:ext cx="3363238" cy="2046357"/>
          </a:xfrm>
          <a:prstGeom prst="rect">
            <a:avLst/>
          </a:prstGeom>
        </p:spPr>
        <p:txBody>
          <a:bodyPr vert="horz" lIns="91440" tIns="45720" rIns="91440" bIns="45720" rtlCol="0">
            <a:normAutofit/>
          </a:bodyPr>
          <a:lstStyle>
            <a:lvl1pPr marL="0" indent="0" algn="l" defTabSz="914354"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1500" kern="1200">
                <a:solidFill>
                  <a:srgbClr val="FFFFFF"/>
                </a:solidFill>
                <a:latin typeface="+mn-lt"/>
                <a:ea typeface="+mn-ea"/>
                <a:cs typeface="+mn-cs"/>
              </a:defRPr>
            </a:lvl1pPr>
            <a:lvl2pPr marL="457178" indent="0" algn="l" defTabSz="914354" rtl="0" eaLnBrk="1" latinLnBrk="0" hangingPunct="1">
              <a:lnSpc>
                <a:spcPct val="90000"/>
              </a:lnSpc>
              <a:spcBef>
                <a:spcPts val="200"/>
              </a:spcBef>
              <a:spcAft>
                <a:spcPts val="400"/>
              </a:spcAft>
              <a:buClr>
                <a:schemeClr val="accent1"/>
              </a:buClr>
              <a:buFont typeface="Calibri" pitchFamily="34" charset="0"/>
              <a:buNone/>
              <a:defRPr sz="1200" kern="1200">
                <a:solidFill>
                  <a:schemeClr val="tx1">
                    <a:lumMod val="75000"/>
                    <a:lumOff val="25000"/>
                  </a:schemeClr>
                </a:solidFill>
                <a:latin typeface="+mn-lt"/>
                <a:ea typeface="+mn-ea"/>
                <a:cs typeface="+mn-cs"/>
              </a:defRPr>
            </a:lvl2pPr>
            <a:lvl3pPr marL="914354" indent="0" algn="l" defTabSz="914354" rtl="0" eaLnBrk="1" latinLnBrk="0" hangingPunct="1">
              <a:lnSpc>
                <a:spcPct val="90000"/>
              </a:lnSpc>
              <a:spcBef>
                <a:spcPts val="200"/>
              </a:spcBef>
              <a:spcAft>
                <a:spcPts val="400"/>
              </a:spcAft>
              <a:buClr>
                <a:schemeClr val="accent1"/>
              </a:buClr>
              <a:buFont typeface="Calibri" pitchFamily="34" charset="0"/>
              <a:buNone/>
              <a:defRPr sz="1000" kern="1200">
                <a:solidFill>
                  <a:schemeClr val="tx1">
                    <a:lumMod val="75000"/>
                    <a:lumOff val="25000"/>
                  </a:schemeClr>
                </a:solidFill>
                <a:latin typeface="+mn-lt"/>
                <a:ea typeface="+mn-ea"/>
                <a:cs typeface="+mn-cs"/>
              </a:defRPr>
            </a:lvl3pPr>
            <a:lvl4pPr marL="1371532"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4pPr>
            <a:lvl5pPr marL="1828709"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5pPr>
            <a:lvl6pPr marL="2285886"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062"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240"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418" indent="0" algn="l" defTabSz="914354"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pPr marL="285750" indent="-285750">
              <a:buFont typeface="Arial" panose="020B0604020202020204" pitchFamily="34" charset="0"/>
              <a:buChar char="•"/>
            </a:pPr>
            <a:r>
              <a:rPr lang="es-CL" sz="1600" noProof="0" dirty="0"/>
              <a:t>Impresión 3D con filamento PLA+</a:t>
            </a:r>
          </a:p>
          <a:p>
            <a:pPr marL="285750" indent="-285750">
              <a:buFont typeface="Arial" panose="020B0604020202020204" pitchFamily="34" charset="0"/>
              <a:buChar char="•"/>
            </a:pPr>
            <a:r>
              <a:rPr lang="es-CL" sz="1600" noProof="0" dirty="0"/>
              <a:t>Fijación con insertos de bronce, par tornillo tuerca M2 y M3</a:t>
            </a:r>
          </a:p>
        </p:txBody>
      </p:sp>
      <p:sp>
        <p:nvSpPr>
          <p:cNvPr id="4" name="Title 1">
            <a:extLst>
              <a:ext uri="{FF2B5EF4-FFF2-40B4-BE49-F238E27FC236}">
                <a16:creationId xmlns:a16="http://schemas.microsoft.com/office/drawing/2014/main" id="{3020366C-490A-1D9E-9938-E9B1C3677CC3}"/>
              </a:ext>
            </a:extLst>
          </p:cNvPr>
          <p:cNvSpPr txBox="1">
            <a:spLocks/>
          </p:cNvSpPr>
          <p:nvPr/>
        </p:nvSpPr>
        <p:spPr>
          <a:xfrm>
            <a:off x="457200" y="3519812"/>
            <a:ext cx="3200400" cy="673877"/>
          </a:xfrm>
          <a:prstGeom prst="rect">
            <a:avLst/>
          </a:prstGeom>
        </p:spPr>
        <p:txBody>
          <a:bodyPr vert="horz" lIns="91440" tIns="45720" rIns="91440" bIns="45720" rtlCol="0" anchor="b">
            <a:normAutofit/>
          </a:bodyPr>
          <a:lstStyle>
            <a:lvl1pPr algn="l" defTabSz="914354" rtl="0" eaLnBrk="1" latinLnBrk="0" hangingPunct="1">
              <a:lnSpc>
                <a:spcPct val="85000"/>
              </a:lnSpc>
              <a:spcBef>
                <a:spcPct val="0"/>
              </a:spcBef>
              <a:buNone/>
              <a:defRPr sz="3600" b="0" kern="1200" spc="-51" baseline="0">
                <a:solidFill>
                  <a:srgbClr val="FFFFFF"/>
                </a:solidFill>
                <a:latin typeface="+mj-lt"/>
                <a:ea typeface="+mj-ea"/>
                <a:cs typeface="+mj-cs"/>
              </a:defRPr>
            </a:lvl1pPr>
          </a:lstStyle>
          <a:p>
            <a:r>
              <a:rPr lang="es-CL" sz="4000" noProof="0" dirty="0"/>
              <a:t>Piezas</a:t>
            </a:r>
            <a:endParaRPr lang="es-CL" noProof="0" dirty="0"/>
          </a:p>
        </p:txBody>
      </p:sp>
    </p:spTree>
    <p:extLst>
      <p:ext uri="{BB962C8B-B14F-4D97-AF65-F5344CB8AC3E}">
        <p14:creationId xmlns:p14="http://schemas.microsoft.com/office/powerpoint/2010/main" val="403993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9B2E-8119-D208-373B-ED92B756A96B}"/>
              </a:ext>
            </a:extLst>
          </p:cNvPr>
          <p:cNvSpPr>
            <a:spLocks noGrp="1"/>
          </p:cNvSpPr>
          <p:nvPr>
            <p:ph type="title"/>
          </p:nvPr>
        </p:nvSpPr>
        <p:spPr>
          <a:xfrm>
            <a:off x="457200" y="594359"/>
            <a:ext cx="3200400" cy="1616406"/>
          </a:xfrm>
        </p:spPr>
        <p:txBody>
          <a:bodyPr anchor="b">
            <a:normAutofit/>
          </a:bodyPr>
          <a:lstStyle/>
          <a:p>
            <a:r>
              <a:rPr lang="es-CL" noProof="0" dirty="0">
                <a:solidFill>
                  <a:schemeClr val="bg1"/>
                </a:solidFill>
              </a:rPr>
              <a:t>Librería MP2790</a:t>
            </a:r>
          </a:p>
        </p:txBody>
      </p:sp>
      <p:pic>
        <p:nvPicPr>
          <p:cNvPr id="7" name="Picture 6">
            <a:extLst>
              <a:ext uri="{FF2B5EF4-FFF2-40B4-BE49-F238E27FC236}">
                <a16:creationId xmlns:a16="http://schemas.microsoft.com/office/drawing/2014/main" id="{1BDAF755-58E0-49D2-E555-A9B079F999A3}"/>
              </a:ext>
            </a:extLst>
          </p:cNvPr>
          <p:cNvPicPr>
            <a:picLocks noChangeAspect="1"/>
          </p:cNvPicPr>
          <p:nvPr/>
        </p:nvPicPr>
        <p:blipFill>
          <a:blip r:embed="rId3"/>
          <a:stretch>
            <a:fillRect/>
          </a:stretch>
        </p:blipFill>
        <p:spPr>
          <a:xfrm>
            <a:off x="4328932" y="1835706"/>
            <a:ext cx="7583320" cy="3166033"/>
          </a:xfrm>
          <a:prstGeom prst="rect">
            <a:avLst/>
          </a:prstGeom>
          <a:noFill/>
        </p:spPr>
      </p:pic>
      <p:sp>
        <p:nvSpPr>
          <p:cNvPr id="14" name="Text Placeholder 3">
            <a:extLst>
              <a:ext uri="{FF2B5EF4-FFF2-40B4-BE49-F238E27FC236}">
                <a16:creationId xmlns:a16="http://schemas.microsoft.com/office/drawing/2014/main" id="{ACA4EFF7-62E1-428D-3FE3-73C0AC74D362}"/>
              </a:ext>
            </a:extLst>
          </p:cNvPr>
          <p:cNvSpPr>
            <a:spLocks noGrp="1"/>
          </p:cNvSpPr>
          <p:nvPr>
            <p:ph type="body" sz="half" idx="2"/>
          </p:nvPr>
        </p:nvSpPr>
        <p:spPr>
          <a:xfrm>
            <a:off x="457200" y="2926080"/>
            <a:ext cx="3200400" cy="3379124"/>
          </a:xfrm>
        </p:spPr>
        <p:txBody>
          <a:bodyPr>
            <a:normAutofit/>
          </a:bodyPr>
          <a:lstStyle/>
          <a:p>
            <a:pPr marL="285750" indent="-285750">
              <a:buFont typeface="Arial" panose="020B0604020202020204" pitchFamily="34" charset="0"/>
              <a:buChar char="•"/>
            </a:pPr>
            <a:r>
              <a:rPr lang="es-CL" sz="1600" noProof="0" dirty="0">
                <a:solidFill>
                  <a:schemeClr val="bg1"/>
                </a:solidFill>
              </a:rPr>
              <a:t>Volcado de 599 Registros, contenidos en 93 Direcciones con 2 bytes de datos cada una</a:t>
            </a:r>
          </a:p>
          <a:p>
            <a:pPr marL="285750" indent="-285750">
              <a:buFont typeface="Arial" panose="020B0604020202020204" pitchFamily="34" charset="0"/>
              <a:buChar char="•"/>
            </a:pPr>
            <a:r>
              <a:rPr lang="es-CL" sz="1600" noProof="0" dirty="0">
                <a:solidFill>
                  <a:schemeClr val="bg1"/>
                </a:solidFill>
              </a:rPr>
              <a:t>Clase base en C++ con 3 parámetros y 19 métodos</a:t>
            </a:r>
          </a:p>
          <a:p>
            <a:pPr marL="285750" indent="-285750">
              <a:buFont typeface="Arial" panose="020B0604020202020204" pitchFamily="34" charset="0"/>
              <a:buChar char="•"/>
            </a:pPr>
            <a:r>
              <a:rPr lang="es-CL" sz="1600" noProof="0" dirty="0">
                <a:solidFill>
                  <a:schemeClr val="bg1"/>
                </a:solidFill>
              </a:rPr>
              <a:t>Gestión de </a:t>
            </a:r>
            <a:r>
              <a:rPr lang="es-CL" sz="1600" noProof="0" dirty="0" err="1">
                <a:solidFill>
                  <a:schemeClr val="bg1"/>
                </a:solidFill>
              </a:rPr>
              <a:t>interrupts</a:t>
            </a:r>
            <a:endParaRPr lang="es-CL" sz="1600" noProof="0" dirty="0">
              <a:solidFill>
                <a:schemeClr val="bg1"/>
              </a:solidFill>
            </a:endParaRPr>
          </a:p>
          <a:p>
            <a:pPr marL="285750" indent="-285750">
              <a:buFont typeface="Arial" panose="020B0604020202020204" pitchFamily="34" charset="0"/>
              <a:buChar char="•"/>
            </a:pPr>
            <a:r>
              <a:rPr lang="es-CL" sz="1600" noProof="0" dirty="0">
                <a:solidFill>
                  <a:schemeClr val="bg1"/>
                </a:solidFill>
              </a:rPr>
              <a:t>Despeje de alertas y fallas</a:t>
            </a:r>
          </a:p>
          <a:p>
            <a:pPr marL="285750" indent="-285750">
              <a:buFont typeface="Arial" panose="020B0604020202020204" pitchFamily="34" charset="0"/>
              <a:buChar char="•"/>
            </a:pPr>
            <a:r>
              <a:rPr lang="es-CL" sz="1600" noProof="0" dirty="0">
                <a:solidFill>
                  <a:schemeClr val="bg1"/>
                </a:solidFill>
              </a:rPr>
              <a:t>Conmutación de llave de paso</a:t>
            </a:r>
          </a:p>
          <a:p>
            <a:pPr marL="285750" indent="-285750">
              <a:buFont typeface="Arial" panose="020B0604020202020204" pitchFamily="34" charset="0"/>
              <a:buChar char="•"/>
            </a:pPr>
            <a:r>
              <a:rPr lang="es-CL" sz="1600" noProof="0" dirty="0">
                <a:solidFill>
                  <a:schemeClr val="bg1"/>
                </a:solidFill>
              </a:rPr>
              <a:t>Transacción asincrónica del ADC de alta resolución </a:t>
            </a:r>
          </a:p>
        </p:txBody>
      </p:sp>
      <p:sp>
        <p:nvSpPr>
          <p:cNvPr id="5" name="Slide Number Placeholder 4">
            <a:extLst>
              <a:ext uri="{FF2B5EF4-FFF2-40B4-BE49-F238E27FC236}">
                <a16:creationId xmlns:a16="http://schemas.microsoft.com/office/drawing/2014/main" id="{84487EE5-93F9-9DB5-221F-3BF1B033B5E6}"/>
              </a:ext>
            </a:extLst>
          </p:cNvPr>
          <p:cNvSpPr>
            <a:spLocks noGrp="1"/>
          </p:cNvSpPr>
          <p:nvPr>
            <p:ph type="sldNum" sz="quarter" idx="12"/>
          </p:nvPr>
        </p:nvSpPr>
        <p:spPr>
          <a:xfrm>
            <a:off x="9900462" y="6459791"/>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20</a:t>
            </a:fld>
            <a:endParaRPr lang="es-CL" sz="1900" noProof="0" dirty="0"/>
          </a:p>
        </p:txBody>
      </p:sp>
    </p:spTree>
    <p:extLst>
      <p:ext uri="{BB962C8B-B14F-4D97-AF65-F5344CB8AC3E}">
        <p14:creationId xmlns:p14="http://schemas.microsoft.com/office/powerpoint/2010/main" val="894265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397D4F4-6BF0-5059-4618-7AB6009655E9}"/>
              </a:ext>
            </a:extLst>
          </p:cNvPr>
          <p:cNvSpPr>
            <a:spLocks noGrp="1"/>
          </p:cNvSpPr>
          <p:nvPr>
            <p:ph type="title"/>
          </p:nvPr>
        </p:nvSpPr>
        <p:spPr>
          <a:xfrm>
            <a:off x="1097280" y="286607"/>
            <a:ext cx="10058400" cy="1450757"/>
          </a:xfrm>
        </p:spPr>
        <p:txBody>
          <a:bodyPr>
            <a:normAutofit/>
          </a:bodyPr>
          <a:lstStyle/>
          <a:p>
            <a:r>
              <a:rPr lang="es-CL" sz="4400" noProof="0" dirty="0"/>
              <a:t>Protecciones y máquina de estados (FSM)</a:t>
            </a:r>
          </a:p>
        </p:txBody>
      </p:sp>
      <p:sp>
        <p:nvSpPr>
          <p:cNvPr id="5" name="Slide Number Placeholder 4">
            <a:extLst>
              <a:ext uri="{FF2B5EF4-FFF2-40B4-BE49-F238E27FC236}">
                <a16:creationId xmlns:a16="http://schemas.microsoft.com/office/drawing/2014/main" id="{06FEED62-9DC3-4999-F16D-FF27F9256695}"/>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21</a:t>
            </a:fld>
            <a:endParaRPr lang="es-CL" sz="1900" noProof="0" dirty="0"/>
          </a:p>
        </p:txBody>
      </p:sp>
      <p:pic>
        <p:nvPicPr>
          <p:cNvPr id="11" name="Content Placeholder 10">
            <a:extLst>
              <a:ext uri="{FF2B5EF4-FFF2-40B4-BE49-F238E27FC236}">
                <a16:creationId xmlns:a16="http://schemas.microsoft.com/office/drawing/2014/main" id="{87D4724B-6BE3-4804-4F66-041BB67E9C28}"/>
              </a:ext>
            </a:extLst>
          </p:cNvPr>
          <p:cNvPicPr>
            <a:picLocks noGrp="1" noChangeAspect="1"/>
          </p:cNvPicPr>
          <p:nvPr>
            <p:ph sz="half" idx="2"/>
          </p:nvPr>
        </p:nvPicPr>
        <p:blipFill>
          <a:blip r:embed="rId3"/>
          <a:srcRect t="6729"/>
          <a:stretch>
            <a:fillRect/>
          </a:stretch>
        </p:blipFill>
        <p:spPr>
          <a:xfrm>
            <a:off x="895612" y="1892743"/>
            <a:ext cx="4937125" cy="3696556"/>
          </a:xfrm>
          <a:prstGeom prst="rect">
            <a:avLst/>
          </a:prstGeom>
        </p:spPr>
      </p:pic>
      <p:pic>
        <p:nvPicPr>
          <p:cNvPr id="8" name="Content Placeholder 8">
            <a:extLst>
              <a:ext uri="{FF2B5EF4-FFF2-40B4-BE49-F238E27FC236}">
                <a16:creationId xmlns:a16="http://schemas.microsoft.com/office/drawing/2014/main" id="{5F84F501-2C0D-DD18-4555-C9A790409AE4}"/>
              </a:ext>
            </a:extLst>
          </p:cNvPr>
          <p:cNvPicPr>
            <a:picLocks noGrp="1" noChangeAspect="1"/>
          </p:cNvPicPr>
          <p:nvPr>
            <p:ph sz="half" idx="1"/>
          </p:nvPr>
        </p:nvPicPr>
        <p:blipFill>
          <a:blip r:embed="rId4"/>
          <a:stretch>
            <a:fillRect/>
          </a:stretch>
        </p:blipFill>
        <p:spPr>
          <a:xfrm>
            <a:off x="6132253" y="2388085"/>
            <a:ext cx="5164136" cy="3201215"/>
          </a:xfrm>
          <a:prstGeom prst="rect">
            <a:avLst/>
          </a:prstGeom>
        </p:spPr>
      </p:pic>
      <p:sp>
        <p:nvSpPr>
          <p:cNvPr id="2" name="TextBox 1">
            <a:extLst>
              <a:ext uri="{FF2B5EF4-FFF2-40B4-BE49-F238E27FC236}">
                <a16:creationId xmlns:a16="http://schemas.microsoft.com/office/drawing/2014/main" id="{E639F3D5-4A6C-4C59-6D81-4F95287DA0C1}"/>
              </a:ext>
            </a:extLst>
          </p:cNvPr>
          <p:cNvSpPr txBox="1"/>
          <p:nvPr/>
        </p:nvSpPr>
        <p:spPr>
          <a:xfrm>
            <a:off x="895613" y="5784276"/>
            <a:ext cx="5138792" cy="369332"/>
          </a:xfrm>
          <a:prstGeom prst="rect">
            <a:avLst/>
          </a:prstGeom>
          <a:noFill/>
        </p:spPr>
        <p:txBody>
          <a:bodyPr wrap="square" rtlCol="0">
            <a:spAutoFit/>
          </a:bodyPr>
          <a:lstStyle/>
          <a:p>
            <a:r>
              <a:rPr lang="es-CL" b="1" noProof="0" dirty="0"/>
              <a:t>a) </a:t>
            </a:r>
            <a:r>
              <a:rPr lang="es-CL" noProof="0" dirty="0"/>
              <a:t>Protecciones verificadas y su severidad</a:t>
            </a:r>
          </a:p>
        </p:txBody>
      </p:sp>
      <p:sp>
        <p:nvSpPr>
          <p:cNvPr id="3" name="TextBox 2">
            <a:extLst>
              <a:ext uri="{FF2B5EF4-FFF2-40B4-BE49-F238E27FC236}">
                <a16:creationId xmlns:a16="http://schemas.microsoft.com/office/drawing/2014/main" id="{F2F996F3-5529-3C1A-17D1-D674B660051E}"/>
              </a:ext>
            </a:extLst>
          </p:cNvPr>
          <p:cNvSpPr txBox="1"/>
          <p:nvPr/>
        </p:nvSpPr>
        <p:spPr>
          <a:xfrm>
            <a:off x="6157597" y="5784276"/>
            <a:ext cx="5138792" cy="369332"/>
          </a:xfrm>
          <a:prstGeom prst="rect">
            <a:avLst/>
          </a:prstGeom>
          <a:noFill/>
        </p:spPr>
        <p:txBody>
          <a:bodyPr wrap="square" rtlCol="0">
            <a:spAutoFit/>
          </a:bodyPr>
          <a:lstStyle/>
          <a:p>
            <a:r>
              <a:rPr lang="es-CL" b="1" noProof="0" dirty="0"/>
              <a:t>b) </a:t>
            </a:r>
            <a:r>
              <a:rPr lang="es-CL" noProof="0" dirty="0"/>
              <a:t>Máquina de estados como rutina del MCU </a:t>
            </a:r>
          </a:p>
        </p:txBody>
      </p:sp>
    </p:spTree>
    <p:extLst>
      <p:ext uri="{BB962C8B-B14F-4D97-AF65-F5344CB8AC3E}">
        <p14:creationId xmlns:p14="http://schemas.microsoft.com/office/powerpoint/2010/main" val="2905430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22D55-7FFA-D875-5137-B7EA5C0B7C57}"/>
              </a:ext>
            </a:extLst>
          </p:cNvPr>
          <p:cNvSpPr>
            <a:spLocks noGrp="1"/>
          </p:cNvSpPr>
          <p:nvPr>
            <p:ph type="title"/>
          </p:nvPr>
        </p:nvSpPr>
        <p:spPr/>
        <p:txBody>
          <a:bodyPr/>
          <a:lstStyle/>
          <a:p>
            <a:r>
              <a:rPr lang="es-CL" noProof="0" dirty="0"/>
              <a:t>Impacto de carga</a:t>
            </a:r>
          </a:p>
        </p:txBody>
      </p:sp>
      <p:pic>
        <p:nvPicPr>
          <p:cNvPr id="7" name="Content Placeholder 6">
            <a:extLst>
              <a:ext uri="{FF2B5EF4-FFF2-40B4-BE49-F238E27FC236}">
                <a16:creationId xmlns:a16="http://schemas.microsoft.com/office/drawing/2014/main" id="{DF1D24A0-80B9-C28D-332B-1F7169D17E33}"/>
              </a:ext>
            </a:extLst>
          </p:cNvPr>
          <p:cNvPicPr>
            <a:picLocks noGrp="1" noChangeAspect="1"/>
          </p:cNvPicPr>
          <p:nvPr>
            <p:ph idx="1"/>
          </p:nvPr>
        </p:nvPicPr>
        <p:blipFill>
          <a:blip r:embed="rId3"/>
          <a:stretch>
            <a:fillRect/>
          </a:stretch>
        </p:blipFill>
        <p:spPr>
          <a:xfrm>
            <a:off x="407261" y="2074867"/>
            <a:ext cx="7424448" cy="3731573"/>
          </a:xfrm>
          <a:prstGeom prst="rect">
            <a:avLst/>
          </a:prstGeom>
        </p:spPr>
      </p:pic>
      <p:sp>
        <p:nvSpPr>
          <p:cNvPr id="5" name="Slide Number Placeholder 4">
            <a:extLst>
              <a:ext uri="{FF2B5EF4-FFF2-40B4-BE49-F238E27FC236}">
                <a16:creationId xmlns:a16="http://schemas.microsoft.com/office/drawing/2014/main" id="{2E6C0415-6600-F8DB-0504-1B6ADDC278B4}"/>
              </a:ext>
            </a:extLst>
          </p:cNvPr>
          <p:cNvSpPr>
            <a:spLocks noGrp="1"/>
          </p:cNvSpPr>
          <p:nvPr>
            <p:ph type="sldNum" sz="quarter" idx="12"/>
          </p:nvPr>
        </p:nvSpPr>
        <p:spPr/>
        <p:txBody>
          <a:bodyPr/>
          <a:lstStyle/>
          <a:p>
            <a:fld id="{E1D34442-3F6B-447F-BA0A-EA6B91D9644D}" type="slidenum">
              <a:rPr lang="es-CL" noProof="0" smtClean="0"/>
              <a:t>22</a:t>
            </a:fld>
            <a:endParaRPr lang="es-CL" noProof="0" dirty="0"/>
          </a:p>
        </p:txBody>
      </p:sp>
      <p:sp>
        <p:nvSpPr>
          <p:cNvPr id="3" name="TextBox 2">
            <a:extLst>
              <a:ext uri="{FF2B5EF4-FFF2-40B4-BE49-F238E27FC236}">
                <a16:creationId xmlns:a16="http://schemas.microsoft.com/office/drawing/2014/main" id="{F86FF65C-825C-7B51-06DB-CC0DBDC116A9}"/>
              </a:ext>
            </a:extLst>
          </p:cNvPr>
          <p:cNvSpPr txBox="1"/>
          <p:nvPr/>
        </p:nvSpPr>
        <p:spPr>
          <a:xfrm>
            <a:off x="8098681" y="3035408"/>
            <a:ext cx="3200400" cy="1200329"/>
          </a:xfrm>
          <a:prstGeom prst="rect">
            <a:avLst/>
          </a:prstGeom>
          <a:noFill/>
        </p:spPr>
        <p:txBody>
          <a:bodyPr wrap="square" rtlCol="0">
            <a:spAutoFit/>
          </a:bodyPr>
          <a:lstStyle/>
          <a:p>
            <a:pPr marL="285750" indent="-285750">
              <a:buFont typeface="Arial" panose="020B0604020202020204" pitchFamily="34" charset="0"/>
              <a:buChar char="•"/>
            </a:pPr>
            <a:r>
              <a:rPr lang="es-CL" noProof="0" dirty="0"/>
              <a:t>Duración </a:t>
            </a:r>
            <a:r>
              <a:rPr lang="es-CL" noProof="0" dirty="0" err="1"/>
              <a:t>transiente</a:t>
            </a:r>
            <a:r>
              <a:rPr lang="es-CL" noProof="0" dirty="0"/>
              <a:t>: 444[</a:t>
            </a:r>
            <a:r>
              <a:rPr lang="es-CL" noProof="0" dirty="0" err="1"/>
              <a:t>us</a:t>
            </a:r>
            <a:r>
              <a:rPr lang="es-CL" noProof="0" dirty="0"/>
              <a:t>]</a:t>
            </a:r>
          </a:p>
          <a:p>
            <a:pPr marL="285750" indent="-285750">
              <a:buFont typeface="Arial" panose="020B0604020202020204" pitchFamily="34" charset="0"/>
              <a:buChar char="•"/>
            </a:pPr>
            <a:r>
              <a:rPr lang="es-CL" noProof="0" dirty="0"/>
              <a:t>Tensión Valle:           4.555[V]</a:t>
            </a:r>
          </a:p>
          <a:p>
            <a:pPr marL="285750" indent="-285750">
              <a:buFont typeface="Arial" panose="020B0604020202020204" pitchFamily="34" charset="0"/>
              <a:buChar char="•"/>
            </a:pPr>
            <a:r>
              <a:rPr lang="es-CL" noProof="0" dirty="0"/>
              <a:t>Tensión final:              5.01[V]</a:t>
            </a:r>
          </a:p>
          <a:p>
            <a:pPr marL="285750" indent="-285750">
              <a:buFont typeface="Arial" panose="020B0604020202020204" pitchFamily="34" charset="0"/>
              <a:buChar char="•"/>
            </a:pPr>
            <a:r>
              <a:rPr lang="es-CL" noProof="0" dirty="0"/>
              <a:t>Rizado de tensión:   169[</a:t>
            </a:r>
            <a:r>
              <a:rPr lang="es-CL" noProof="0" dirty="0" err="1"/>
              <a:t>mV</a:t>
            </a:r>
            <a:r>
              <a:rPr lang="es-CL" noProof="0" dirty="0"/>
              <a:t>]</a:t>
            </a:r>
          </a:p>
        </p:txBody>
      </p:sp>
    </p:spTree>
    <p:extLst>
      <p:ext uri="{BB962C8B-B14F-4D97-AF65-F5344CB8AC3E}">
        <p14:creationId xmlns:p14="http://schemas.microsoft.com/office/powerpoint/2010/main" val="2966157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2419A05-CB24-88E7-5CE1-0DEF88592C0E}"/>
              </a:ext>
            </a:extLst>
          </p:cNvPr>
          <p:cNvSpPr/>
          <p:nvPr/>
        </p:nvSpPr>
        <p:spPr>
          <a:xfrm>
            <a:off x="4999286" y="4873890"/>
            <a:ext cx="2358533" cy="1254527"/>
          </a:xfrm>
          <a:prstGeom prst="rect">
            <a:avLst/>
          </a:prstGeom>
          <a:solidFill>
            <a:srgbClr val="BFBFBF">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7" name="Rectangle 26">
            <a:extLst>
              <a:ext uri="{FF2B5EF4-FFF2-40B4-BE49-F238E27FC236}">
                <a16:creationId xmlns:a16="http://schemas.microsoft.com/office/drawing/2014/main" id="{959E4F32-B85A-2CC4-5EB7-6C40E58BD022}"/>
              </a:ext>
            </a:extLst>
          </p:cNvPr>
          <p:cNvSpPr/>
          <p:nvPr/>
        </p:nvSpPr>
        <p:spPr>
          <a:xfrm>
            <a:off x="8499762" y="4873890"/>
            <a:ext cx="2358533" cy="1254527"/>
          </a:xfrm>
          <a:prstGeom prst="rect">
            <a:avLst/>
          </a:prstGeom>
          <a:solidFill>
            <a:srgbClr val="BFBFBF">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5" name="Slide Number Placeholder 4">
            <a:extLst>
              <a:ext uri="{FF2B5EF4-FFF2-40B4-BE49-F238E27FC236}">
                <a16:creationId xmlns:a16="http://schemas.microsoft.com/office/drawing/2014/main" id="{77B1EDB7-1528-63F8-93C7-6C008FB1914F}"/>
              </a:ext>
            </a:extLst>
          </p:cNvPr>
          <p:cNvSpPr>
            <a:spLocks noGrp="1"/>
          </p:cNvSpPr>
          <p:nvPr>
            <p:ph type="sldNum" sz="quarter" idx="12"/>
          </p:nvPr>
        </p:nvSpPr>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23</a:t>
            </a:fld>
            <a:endParaRPr lang="es-CL" sz="1900" noProof="0" dirty="0"/>
          </a:p>
        </p:txBody>
      </p:sp>
      <p:sp>
        <p:nvSpPr>
          <p:cNvPr id="2" name="Title 1">
            <a:extLst>
              <a:ext uri="{FF2B5EF4-FFF2-40B4-BE49-F238E27FC236}">
                <a16:creationId xmlns:a16="http://schemas.microsoft.com/office/drawing/2014/main" id="{92832C3B-8FD6-D488-E239-C6CD6AFA4659}"/>
              </a:ext>
            </a:extLst>
          </p:cNvPr>
          <p:cNvSpPr>
            <a:spLocks noGrp="1"/>
          </p:cNvSpPr>
          <p:nvPr>
            <p:ph type="title" idx="4294967295"/>
          </p:nvPr>
        </p:nvSpPr>
        <p:spPr>
          <a:xfrm>
            <a:off x="1202815" y="-390527"/>
            <a:ext cx="10058400" cy="1449387"/>
          </a:xfrm>
        </p:spPr>
        <p:txBody>
          <a:bodyPr anchor="b">
            <a:normAutofit/>
          </a:bodyPr>
          <a:lstStyle/>
          <a:p>
            <a:r>
              <a:rPr lang="es-CL" noProof="0" dirty="0"/>
              <a:t>Caracterización batería</a:t>
            </a:r>
          </a:p>
        </p:txBody>
      </p:sp>
      <p:pic>
        <p:nvPicPr>
          <p:cNvPr id="13" name="Content Placeholder 12">
            <a:extLst>
              <a:ext uri="{FF2B5EF4-FFF2-40B4-BE49-F238E27FC236}">
                <a16:creationId xmlns:a16="http://schemas.microsoft.com/office/drawing/2014/main" id="{676722D5-F315-312F-856F-2B13C79CB98D}"/>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734309" y="1167091"/>
            <a:ext cx="3132138" cy="2560638"/>
          </a:xfrm>
          <a:prstGeom prst="rect">
            <a:avLst/>
          </a:prstGeom>
        </p:spPr>
      </p:pic>
      <p:pic>
        <p:nvPicPr>
          <p:cNvPr id="9" name="Picture 8">
            <a:extLst>
              <a:ext uri="{FF2B5EF4-FFF2-40B4-BE49-F238E27FC236}">
                <a16:creationId xmlns:a16="http://schemas.microsoft.com/office/drawing/2014/main" id="{08FFB038-A47B-97AB-CE36-A798AEFB7F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3624" y="1160172"/>
            <a:ext cx="3111727" cy="2450484"/>
          </a:xfrm>
          <a:prstGeom prst="rect">
            <a:avLst/>
          </a:prstGeom>
          <a:noFill/>
        </p:spPr>
      </p:pic>
      <p:pic>
        <p:nvPicPr>
          <p:cNvPr id="3" name="Content Placeholder 12">
            <a:extLst>
              <a:ext uri="{FF2B5EF4-FFF2-40B4-BE49-F238E27FC236}">
                <a16:creationId xmlns:a16="http://schemas.microsoft.com/office/drawing/2014/main" id="{9340453F-0956-552F-555B-4DDA89ACCA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1364" y="1167589"/>
            <a:ext cx="3081123" cy="2560140"/>
          </a:xfrm>
          <a:prstGeom prst="rect">
            <a:avLst/>
          </a:prstGeom>
        </p:spPr>
      </p:pic>
      <p:pic>
        <p:nvPicPr>
          <p:cNvPr id="6" name="Picture 5">
            <a:extLst>
              <a:ext uri="{FF2B5EF4-FFF2-40B4-BE49-F238E27FC236}">
                <a16:creationId xmlns:a16="http://schemas.microsoft.com/office/drawing/2014/main" id="{18026877-AB45-73DC-1404-185F6AC71130}"/>
              </a:ext>
            </a:extLst>
          </p:cNvPr>
          <p:cNvPicPr>
            <a:picLocks noChangeAspect="1"/>
          </p:cNvPicPr>
          <p:nvPr/>
        </p:nvPicPr>
        <p:blipFill>
          <a:blip r:embed="rId6"/>
          <a:stretch>
            <a:fillRect/>
          </a:stretch>
        </p:blipFill>
        <p:spPr>
          <a:xfrm>
            <a:off x="5184906" y="4211497"/>
            <a:ext cx="2019328" cy="615620"/>
          </a:xfrm>
          <a:prstGeom prst="rect">
            <a:avLst/>
          </a:prstGeom>
        </p:spPr>
      </p:pic>
      <p:pic>
        <p:nvPicPr>
          <p:cNvPr id="8" name="Picture 7">
            <a:extLst>
              <a:ext uri="{FF2B5EF4-FFF2-40B4-BE49-F238E27FC236}">
                <a16:creationId xmlns:a16="http://schemas.microsoft.com/office/drawing/2014/main" id="{C37A3265-07D3-14A3-7DFB-0B7177D88976}"/>
              </a:ext>
            </a:extLst>
          </p:cNvPr>
          <p:cNvPicPr>
            <a:picLocks noChangeAspect="1"/>
          </p:cNvPicPr>
          <p:nvPr/>
        </p:nvPicPr>
        <p:blipFill>
          <a:blip r:embed="rId7"/>
          <a:stretch>
            <a:fillRect/>
          </a:stretch>
        </p:blipFill>
        <p:spPr>
          <a:xfrm>
            <a:off x="852593" y="4694948"/>
            <a:ext cx="2801750" cy="489158"/>
          </a:xfrm>
          <a:prstGeom prst="rect">
            <a:avLst/>
          </a:prstGeom>
        </p:spPr>
      </p:pic>
      <p:pic>
        <p:nvPicPr>
          <p:cNvPr id="11" name="Picture 10">
            <a:extLst>
              <a:ext uri="{FF2B5EF4-FFF2-40B4-BE49-F238E27FC236}">
                <a16:creationId xmlns:a16="http://schemas.microsoft.com/office/drawing/2014/main" id="{A78771E9-9430-D3C6-46A8-8885833678C7}"/>
              </a:ext>
            </a:extLst>
          </p:cNvPr>
          <p:cNvPicPr>
            <a:picLocks noChangeAspect="1"/>
          </p:cNvPicPr>
          <p:nvPr/>
        </p:nvPicPr>
        <p:blipFill>
          <a:blip r:embed="rId8"/>
          <a:stretch>
            <a:fillRect/>
          </a:stretch>
        </p:blipFill>
        <p:spPr>
          <a:xfrm>
            <a:off x="1400119" y="5218082"/>
            <a:ext cx="1800519" cy="604603"/>
          </a:xfrm>
          <a:prstGeom prst="rect">
            <a:avLst/>
          </a:prstGeom>
        </p:spPr>
      </p:pic>
      <p:sp>
        <p:nvSpPr>
          <p:cNvPr id="4" name="TextBox 3">
            <a:extLst>
              <a:ext uri="{FF2B5EF4-FFF2-40B4-BE49-F238E27FC236}">
                <a16:creationId xmlns:a16="http://schemas.microsoft.com/office/drawing/2014/main" id="{469A1253-56E2-9586-9F28-C996B624CDD1}"/>
              </a:ext>
            </a:extLst>
          </p:cNvPr>
          <p:cNvSpPr txBox="1"/>
          <p:nvPr/>
        </p:nvSpPr>
        <p:spPr>
          <a:xfrm>
            <a:off x="4999286" y="3855706"/>
            <a:ext cx="2367419" cy="369332"/>
          </a:xfrm>
          <a:prstGeom prst="rect">
            <a:avLst/>
          </a:prstGeom>
          <a:noFill/>
        </p:spPr>
        <p:txBody>
          <a:bodyPr wrap="square" rtlCol="0">
            <a:spAutoFit/>
          </a:bodyPr>
          <a:lstStyle/>
          <a:p>
            <a:r>
              <a:rPr lang="es-CL" b="1" noProof="0" dirty="0"/>
              <a:t>b) </a:t>
            </a:r>
            <a:r>
              <a:rPr lang="es-CL" noProof="0" dirty="0"/>
              <a:t>Escalón 30[A], 0.6[s]</a:t>
            </a:r>
          </a:p>
        </p:txBody>
      </p:sp>
      <p:sp>
        <p:nvSpPr>
          <p:cNvPr id="10" name="TextBox 9">
            <a:extLst>
              <a:ext uri="{FF2B5EF4-FFF2-40B4-BE49-F238E27FC236}">
                <a16:creationId xmlns:a16="http://schemas.microsoft.com/office/drawing/2014/main" id="{B4D92880-1578-17FB-C2FE-CFFE7D34C6AE}"/>
              </a:ext>
            </a:extLst>
          </p:cNvPr>
          <p:cNvSpPr txBox="1"/>
          <p:nvPr/>
        </p:nvSpPr>
        <p:spPr>
          <a:xfrm>
            <a:off x="1124624" y="3862417"/>
            <a:ext cx="2529719" cy="646331"/>
          </a:xfrm>
          <a:prstGeom prst="rect">
            <a:avLst/>
          </a:prstGeom>
          <a:noFill/>
        </p:spPr>
        <p:txBody>
          <a:bodyPr wrap="square">
            <a:spAutoFit/>
          </a:bodyPr>
          <a:lstStyle/>
          <a:p>
            <a:r>
              <a:rPr lang="es-CL" b="1" noProof="0" dirty="0"/>
              <a:t>a)</a:t>
            </a:r>
            <a:r>
              <a:rPr lang="es-CL" noProof="0" dirty="0"/>
              <a:t> Escalón 4[A], 20[min] y reposo a SS</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176761E-B301-0D48-1DA7-0002D585334A}"/>
                  </a:ext>
                </a:extLst>
              </p:cNvPr>
              <p:cNvSpPr txBox="1"/>
              <p:nvPr/>
            </p:nvSpPr>
            <p:spPr>
              <a:xfrm>
                <a:off x="5305027" y="5040826"/>
                <a:ext cx="16005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b="0" i="1" noProof="0" smtClean="0">
                              <a:latin typeface="Cambria Math" panose="02040503050406030204" pitchFamily="18" charset="0"/>
                            </a:rPr>
                          </m:ctrlPr>
                        </m:sSubPr>
                        <m:e>
                          <m:r>
                            <a:rPr lang="es-CL" b="0" i="1" noProof="0" smtClean="0">
                              <a:latin typeface="Cambria Math" panose="02040503050406030204" pitchFamily="18" charset="0"/>
                            </a:rPr>
                            <m:t>𝑅</m:t>
                          </m:r>
                        </m:e>
                        <m:sub>
                          <m:r>
                            <a:rPr lang="es-CL" b="0" i="1" noProof="0" smtClean="0">
                              <a:latin typeface="Cambria Math" panose="02040503050406030204" pitchFamily="18" charset="0"/>
                            </a:rPr>
                            <m:t>0</m:t>
                          </m:r>
                        </m:sub>
                      </m:sSub>
                      <m:r>
                        <a:rPr lang="es-CL" b="0" i="1" noProof="0" smtClean="0">
                          <a:latin typeface="Cambria Math" panose="02040503050406030204" pitchFamily="18" charset="0"/>
                        </a:rPr>
                        <m:t>=15.1 [</m:t>
                      </m:r>
                      <m:r>
                        <a:rPr lang="es-CL" b="0" i="1" noProof="0" smtClean="0">
                          <a:latin typeface="Cambria Math" panose="02040503050406030204" pitchFamily="18" charset="0"/>
                        </a:rPr>
                        <m:t>𝑚</m:t>
                      </m:r>
                      <m:r>
                        <m:rPr>
                          <m:sty m:val="p"/>
                        </m:rPr>
                        <a:rPr lang="es-CL" b="0" i="1" noProof="0" smtClean="0">
                          <a:latin typeface="Cambria Math" panose="02040503050406030204" pitchFamily="18" charset="0"/>
                          <a:ea typeface="Cambria Math" panose="02040503050406030204" pitchFamily="18" charset="0"/>
                        </a:rPr>
                        <m:t>Ω</m:t>
                      </m:r>
                      <m:r>
                        <a:rPr lang="es-CL" b="0" i="1" noProof="0" smtClean="0">
                          <a:latin typeface="Cambria Math" panose="02040503050406030204" pitchFamily="18" charset="0"/>
                        </a:rPr>
                        <m:t>]</m:t>
                      </m:r>
                    </m:oMath>
                  </m:oMathPara>
                </a14:m>
                <a:endParaRPr lang="es-CL" noProof="0" dirty="0"/>
              </a:p>
            </p:txBody>
          </p:sp>
        </mc:Choice>
        <mc:Fallback xmlns="">
          <p:sp>
            <p:nvSpPr>
              <p:cNvPr id="17" name="TextBox 16">
                <a:extLst>
                  <a:ext uri="{FF2B5EF4-FFF2-40B4-BE49-F238E27FC236}">
                    <a16:creationId xmlns:a16="http://schemas.microsoft.com/office/drawing/2014/main" id="{A176761E-B301-0D48-1DA7-0002D585334A}"/>
                  </a:ext>
                </a:extLst>
              </p:cNvPr>
              <p:cNvSpPr txBox="1">
                <a:spLocks noRot="1" noChangeAspect="1" noMove="1" noResize="1" noEditPoints="1" noAdjustHandles="1" noChangeArrowheads="1" noChangeShapeType="1" noTextEdit="1"/>
              </p:cNvSpPr>
              <p:nvPr/>
            </p:nvSpPr>
            <p:spPr>
              <a:xfrm>
                <a:off x="5305027" y="5040826"/>
                <a:ext cx="1600566" cy="276999"/>
              </a:xfrm>
              <a:prstGeom prst="rect">
                <a:avLst/>
              </a:prstGeom>
              <a:blipFill>
                <a:blip r:embed="rId9"/>
                <a:stretch>
                  <a:fillRect l="-2662" t="-4444" r="-5323" b="-37778"/>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D8C0772-3B29-979B-F10E-E8AB079DEC41}"/>
                  </a:ext>
                </a:extLst>
              </p:cNvPr>
              <p:cNvSpPr txBox="1"/>
              <p:nvPr/>
            </p:nvSpPr>
            <p:spPr>
              <a:xfrm>
                <a:off x="5269510" y="5363991"/>
                <a:ext cx="17904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b="0" i="1" noProof="0" smtClean="0">
                              <a:latin typeface="Cambria Math" panose="02040503050406030204" pitchFamily="18" charset="0"/>
                            </a:rPr>
                          </m:ctrlPr>
                        </m:sSubPr>
                        <m:e>
                          <m:r>
                            <a:rPr lang="es-CL" b="0" i="1" noProof="0" smtClean="0">
                              <a:latin typeface="Cambria Math" panose="02040503050406030204" pitchFamily="18" charset="0"/>
                            </a:rPr>
                            <m:t>𝑅</m:t>
                          </m:r>
                        </m:e>
                        <m:sub>
                          <m:r>
                            <a:rPr lang="es-CL" b="0" i="1" noProof="0" smtClean="0">
                              <a:latin typeface="Cambria Math" panose="02040503050406030204" pitchFamily="18" charset="0"/>
                            </a:rPr>
                            <m:t>1</m:t>
                          </m:r>
                        </m:sub>
                      </m:sSub>
                      <m:r>
                        <a:rPr lang="es-CL" b="0" i="1" noProof="0" smtClean="0">
                          <a:latin typeface="Cambria Math" panose="02040503050406030204" pitchFamily="18" charset="0"/>
                        </a:rPr>
                        <m:t>=119.9 [</m:t>
                      </m:r>
                      <m:r>
                        <a:rPr lang="es-CL" b="0" i="1" noProof="0" smtClean="0">
                          <a:latin typeface="Cambria Math" panose="02040503050406030204" pitchFamily="18" charset="0"/>
                        </a:rPr>
                        <m:t>𝑚</m:t>
                      </m:r>
                      <m:r>
                        <m:rPr>
                          <m:sty m:val="p"/>
                        </m:rPr>
                        <a:rPr lang="es-CL" b="0" i="1" noProof="0" smtClean="0">
                          <a:latin typeface="Cambria Math" panose="02040503050406030204" pitchFamily="18" charset="0"/>
                          <a:ea typeface="Cambria Math" panose="02040503050406030204" pitchFamily="18" charset="0"/>
                        </a:rPr>
                        <m:t>Ω</m:t>
                      </m:r>
                      <m:r>
                        <a:rPr lang="es-CL" b="0" i="1" noProof="0" smtClean="0">
                          <a:latin typeface="Cambria Math" panose="02040503050406030204" pitchFamily="18" charset="0"/>
                        </a:rPr>
                        <m:t>]</m:t>
                      </m:r>
                    </m:oMath>
                  </m:oMathPara>
                </a14:m>
                <a:endParaRPr lang="es-CL" noProof="0" dirty="0"/>
              </a:p>
            </p:txBody>
          </p:sp>
        </mc:Choice>
        <mc:Fallback xmlns="">
          <p:sp>
            <p:nvSpPr>
              <p:cNvPr id="19" name="TextBox 18">
                <a:extLst>
                  <a:ext uri="{FF2B5EF4-FFF2-40B4-BE49-F238E27FC236}">
                    <a16:creationId xmlns:a16="http://schemas.microsoft.com/office/drawing/2014/main" id="{0D8C0772-3B29-979B-F10E-E8AB079DEC41}"/>
                  </a:ext>
                </a:extLst>
              </p:cNvPr>
              <p:cNvSpPr txBox="1">
                <a:spLocks noRot="1" noChangeAspect="1" noMove="1" noResize="1" noEditPoints="1" noAdjustHandles="1" noChangeArrowheads="1" noChangeShapeType="1" noTextEdit="1"/>
              </p:cNvSpPr>
              <p:nvPr/>
            </p:nvSpPr>
            <p:spPr>
              <a:xfrm>
                <a:off x="5269510" y="5363991"/>
                <a:ext cx="1790490" cy="276999"/>
              </a:xfrm>
              <a:prstGeom prst="rect">
                <a:avLst/>
              </a:prstGeom>
              <a:blipFill>
                <a:blip r:embed="rId10"/>
                <a:stretch>
                  <a:fillRect l="-680" t="-4444" r="-2721" b="-37778"/>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E080643-97E7-EAF1-ED39-20B5C81F7D7F}"/>
                  </a:ext>
                </a:extLst>
              </p:cNvPr>
              <p:cNvSpPr txBox="1"/>
              <p:nvPr/>
            </p:nvSpPr>
            <p:spPr>
              <a:xfrm>
                <a:off x="5301886" y="5707053"/>
                <a:ext cx="16299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b="0" i="1" noProof="0" smtClean="0">
                              <a:latin typeface="Cambria Math" panose="02040503050406030204" pitchFamily="18" charset="0"/>
                            </a:rPr>
                          </m:ctrlPr>
                        </m:sSubPr>
                        <m:e>
                          <m:r>
                            <a:rPr lang="es-CL" b="0" i="1" noProof="0" smtClean="0">
                              <a:latin typeface="Cambria Math" panose="02040503050406030204" pitchFamily="18" charset="0"/>
                            </a:rPr>
                            <m:t>𝐶</m:t>
                          </m:r>
                        </m:e>
                        <m:sub>
                          <m:r>
                            <a:rPr lang="es-CL" b="0" i="1" noProof="0" smtClean="0">
                              <a:latin typeface="Cambria Math" panose="02040503050406030204" pitchFamily="18" charset="0"/>
                            </a:rPr>
                            <m:t>1</m:t>
                          </m:r>
                        </m:sub>
                      </m:sSub>
                      <m:r>
                        <a:rPr lang="es-CL" b="0" i="1" noProof="0" smtClean="0">
                          <a:latin typeface="Cambria Math" panose="02040503050406030204" pitchFamily="18" charset="0"/>
                        </a:rPr>
                        <m:t>=17.82 [</m:t>
                      </m:r>
                      <m:r>
                        <a:rPr lang="es-CL" b="0" i="1" noProof="0" smtClean="0">
                          <a:latin typeface="Cambria Math" panose="02040503050406030204" pitchFamily="18" charset="0"/>
                        </a:rPr>
                        <m:t>𝑘𝐹</m:t>
                      </m:r>
                      <m:r>
                        <a:rPr lang="es-CL" b="0" i="1" noProof="0" smtClean="0">
                          <a:latin typeface="Cambria Math" panose="02040503050406030204" pitchFamily="18" charset="0"/>
                        </a:rPr>
                        <m:t>]</m:t>
                      </m:r>
                    </m:oMath>
                  </m:oMathPara>
                </a14:m>
                <a:endParaRPr lang="es-CL" noProof="0" dirty="0"/>
              </a:p>
            </p:txBody>
          </p:sp>
        </mc:Choice>
        <mc:Fallback xmlns="">
          <p:sp>
            <p:nvSpPr>
              <p:cNvPr id="20" name="TextBox 19">
                <a:extLst>
                  <a:ext uri="{FF2B5EF4-FFF2-40B4-BE49-F238E27FC236}">
                    <a16:creationId xmlns:a16="http://schemas.microsoft.com/office/drawing/2014/main" id="{6E080643-97E7-EAF1-ED39-20B5C81F7D7F}"/>
                  </a:ext>
                </a:extLst>
              </p:cNvPr>
              <p:cNvSpPr txBox="1">
                <a:spLocks noRot="1" noChangeAspect="1" noMove="1" noResize="1" noEditPoints="1" noAdjustHandles="1" noChangeArrowheads="1" noChangeShapeType="1" noTextEdit="1"/>
              </p:cNvSpPr>
              <p:nvPr/>
            </p:nvSpPr>
            <p:spPr>
              <a:xfrm>
                <a:off x="5301886" y="5707053"/>
                <a:ext cx="1629998" cy="276999"/>
              </a:xfrm>
              <a:prstGeom prst="rect">
                <a:avLst/>
              </a:prstGeom>
              <a:blipFill>
                <a:blip r:embed="rId11"/>
                <a:stretch>
                  <a:fillRect l="-3371" t="-2174" r="-4869" b="-36957"/>
                </a:stretch>
              </a:blipFill>
            </p:spPr>
            <p:txBody>
              <a:bodyPr/>
              <a:lstStyle/>
              <a:p>
                <a:r>
                  <a:rPr lang="es-CL">
                    <a:noFill/>
                  </a:rPr>
                  <a:t> </a:t>
                </a:r>
              </a:p>
            </p:txBody>
          </p:sp>
        </mc:Fallback>
      </mc:AlternateContent>
      <p:sp>
        <p:nvSpPr>
          <p:cNvPr id="21" name="TextBox 20">
            <a:extLst>
              <a:ext uri="{FF2B5EF4-FFF2-40B4-BE49-F238E27FC236}">
                <a16:creationId xmlns:a16="http://schemas.microsoft.com/office/drawing/2014/main" id="{C768255B-F3FD-24E2-4808-83B09ABBC779}"/>
              </a:ext>
            </a:extLst>
          </p:cNvPr>
          <p:cNvSpPr txBox="1"/>
          <p:nvPr/>
        </p:nvSpPr>
        <p:spPr>
          <a:xfrm>
            <a:off x="8522513" y="3814593"/>
            <a:ext cx="2529719" cy="646331"/>
          </a:xfrm>
          <a:prstGeom prst="rect">
            <a:avLst/>
          </a:prstGeom>
          <a:noFill/>
        </p:spPr>
        <p:txBody>
          <a:bodyPr wrap="square">
            <a:spAutoFit/>
          </a:bodyPr>
          <a:lstStyle/>
          <a:p>
            <a:r>
              <a:rPr lang="es-CL" b="1" noProof="0" dirty="0"/>
              <a:t>c)</a:t>
            </a:r>
            <a:r>
              <a:rPr lang="es-CL" noProof="0" dirty="0"/>
              <a:t> Descarga completa con carga inicial de 1C</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C8F6193-45D0-9083-6599-E423E7AE4DA2}"/>
                  </a:ext>
                </a:extLst>
              </p:cNvPr>
              <p:cNvSpPr txBox="1"/>
              <p:nvPr/>
            </p:nvSpPr>
            <p:spPr>
              <a:xfrm>
                <a:off x="8690025" y="5177989"/>
                <a:ext cx="20243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b="0" i="1" noProof="0" smtClean="0">
                              <a:latin typeface="Cambria Math" panose="02040503050406030204" pitchFamily="18" charset="0"/>
                            </a:rPr>
                          </m:ctrlPr>
                        </m:sSubPr>
                        <m:e>
                          <m:r>
                            <a:rPr lang="es-CL" b="0" i="1" noProof="0" smtClean="0">
                              <a:latin typeface="Cambria Math" panose="02040503050406030204" pitchFamily="18" charset="0"/>
                            </a:rPr>
                            <m:t>𝑄</m:t>
                          </m:r>
                        </m:e>
                        <m:sub>
                          <m:r>
                            <a:rPr lang="es-CL" b="0" i="1" noProof="0" smtClean="0">
                              <a:latin typeface="Cambria Math" panose="02040503050406030204" pitchFamily="18" charset="0"/>
                            </a:rPr>
                            <m:t>𝑏𝑎𝑡</m:t>
                          </m:r>
                        </m:sub>
                      </m:sSub>
                      <m:r>
                        <a:rPr lang="es-CL" b="0" i="1" noProof="0" smtClean="0">
                          <a:latin typeface="Cambria Math" panose="02040503050406030204" pitchFamily="18" charset="0"/>
                        </a:rPr>
                        <m:t>=2924 [</m:t>
                      </m:r>
                      <m:r>
                        <a:rPr lang="es-CL" b="0" i="1" noProof="0" smtClean="0">
                          <a:latin typeface="Cambria Math" panose="02040503050406030204" pitchFamily="18" charset="0"/>
                        </a:rPr>
                        <m:t>𝑚𝐴h</m:t>
                      </m:r>
                      <m:r>
                        <a:rPr lang="es-CL" b="0" i="1" noProof="0" smtClean="0">
                          <a:latin typeface="Cambria Math" panose="02040503050406030204" pitchFamily="18" charset="0"/>
                        </a:rPr>
                        <m:t>]</m:t>
                      </m:r>
                    </m:oMath>
                  </m:oMathPara>
                </a14:m>
                <a:endParaRPr lang="es-CL" noProof="0" dirty="0"/>
              </a:p>
            </p:txBody>
          </p:sp>
        </mc:Choice>
        <mc:Fallback xmlns="">
          <p:sp>
            <p:nvSpPr>
              <p:cNvPr id="24" name="TextBox 23">
                <a:extLst>
                  <a:ext uri="{FF2B5EF4-FFF2-40B4-BE49-F238E27FC236}">
                    <a16:creationId xmlns:a16="http://schemas.microsoft.com/office/drawing/2014/main" id="{EC8F6193-45D0-9083-6599-E423E7AE4DA2}"/>
                  </a:ext>
                </a:extLst>
              </p:cNvPr>
              <p:cNvSpPr txBox="1">
                <a:spLocks noRot="1" noChangeAspect="1" noMove="1" noResize="1" noEditPoints="1" noAdjustHandles="1" noChangeArrowheads="1" noChangeShapeType="1" noTextEdit="1"/>
              </p:cNvSpPr>
              <p:nvPr/>
            </p:nvSpPr>
            <p:spPr>
              <a:xfrm>
                <a:off x="8690025" y="5177989"/>
                <a:ext cx="2024308" cy="276999"/>
              </a:xfrm>
              <a:prstGeom prst="rect">
                <a:avLst/>
              </a:prstGeom>
              <a:blipFill>
                <a:blip r:embed="rId12"/>
                <a:stretch>
                  <a:fillRect l="-2711" t="-2174" r="-3012" b="-36957"/>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4F28E62-2421-DF58-C5ED-9A5B99FBBE91}"/>
                  </a:ext>
                </a:extLst>
              </p:cNvPr>
              <p:cNvSpPr txBox="1"/>
              <p:nvPr/>
            </p:nvSpPr>
            <p:spPr>
              <a:xfrm>
                <a:off x="8666875" y="5501154"/>
                <a:ext cx="20243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b="0" i="1" noProof="0" smtClean="0">
                              <a:latin typeface="Cambria Math" panose="02040503050406030204" pitchFamily="18" charset="0"/>
                            </a:rPr>
                          </m:ctrlPr>
                        </m:sSubPr>
                        <m:e>
                          <m:r>
                            <a:rPr lang="es-CL" b="0" i="1" noProof="0" smtClean="0">
                              <a:latin typeface="Cambria Math" panose="02040503050406030204" pitchFamily="18" charset="0"/>
                            </a:rPr>
                            <m:t>𝐸</m:t>
                          </m:r>
                        </m:e>
                        <m:sub>
                          <m:r>
                            <a:rPr lang="es-CL" b="0" i="1" noProof="0" smtClean="0">
                              <a:latin typeface="Cambria Math" panose="02040503050406030204" pitchFamily="18" charset="0"/>
                            </a:rPr>
                            <m:t>𝑏𝑎𝑡</m:t>
                          </m:r>
                        </m:sub>
                      </m:sSub>
                      <m:r>
                        <a:rPr lang="es-CL" b="0" i="1" noProof="0" smtClean="0">
                          <a:latin typeface="Cambria Math" panose="02040503050406030204" pitchFamily="18" charset="0"/>
                        </a:rPr>
                        <m:t>=65.75 [</m:t>
                      </m:r>
                      <m:r>
                        <a:rPr lang="es-CL" b="0" i="1" noProof="0" smtClean="0">
                          <a:latin typeface="Cambria Math" panose="02040503050406030204" pitchFamily="18" charset="0"/>
                        </a:rPr>
                        <m:t>𝑊h</m:t>
                      </m:r>
                      <m:r>
                        <a:rPr lang="es-CL" b="0" i="1" noProof="0" smtClean="0">
                          <a:latin typeface="Cambria Math" panose="02040503050406030204" pitchFamily="18" charset="0"/>
                        </a:rPr>
                        <m:t>]</m:t>
                      </m:r>
                    </m:oMath>
                  </m:oMathPara>
                </a14:m>
                <a:endParaRPr lang="es-CL" noProof="0" dirty="0"/>
              </a:p>
            </p:txBody>
          </p:sp>
        </mc:Choice>
        <mc:Fallback xmlns="">
          <p:sp>
            <p:nvSpPr>
              <p:cNvPr id="25" name="TextBox 24">
                <a:extLst>
                  <a:ext uri="{FF2B5EF4-FFF2-40B4-BE49-F238E27FC236}">
                    <a16:creationId xmlns:a16="http://schemas.microsoft.com/office/drawing/2014/main" id="{14F28E62-2421-DF58-C5ED-9A5B99FBBE91}"/>
                  </a:ext>
                </a:extLst>
              </p:cNvPr>
              <p:cNvSpPr txBox="1">
                <a:spLocks noRot="1" noChangeAspect="1" noMove="1" noResize="1" noEditPoints="1" noAdjustHandles="1" noChangeArrowheads="1" noChangeShapeType="1" noTextEdit="1"/>
              </p:cNvSpPr>
              <p:nvPr/>
            </p:nvSpPr>
            <p:spPr>
              <a:xfrm>
                <a:off x="8666875" y="5501154"/>
                <a:ext cx="2024308" cy="276999"/>
              </a:xfrm>
              <a:prstGeom prst="rect">
                <a:avLst/>
              </a:prstGeom>
              <a:blipFill>
                <a:blip r:embed="rId13"/>
                <a:stretch>
                  <a:fillRect t="-2174" r="-904" b="-36957"/>
                </a:stretch>
              </a:blipFill>
            </p:spPr>
            <p:txBody>
              <a:bodyPr/>
              <a:lstStyle/>
              <a:p>
                <a:r>
                  <a:rPr lang="es-CL">
                    <a:noFill/>
                  </a:rPr>
                  <a:t> </a:t>
                </a:r>
              </a:p>
            </p:txBody>
          </p:sp>
        </mc:Fallback>
      </mc:AlternateContent>
    </p:spTree>
    <p:extLst>
      <p:ext uri="{BB962C8B-B14F-4D97-AF65-F5344CB8AC3E}">
        <p14:creationId xmlns:p14="http://schemas.microsoft.com/office/powerpoint/2010/main" val="2239588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5A9CFC3-469B-3DB7-1AB2-0B606D1BEB94}"/>
              </a:ext>
            </a:extLst>
          </p:cNvPr>
          <p:cNvSpPr>
            <a:spLocks noGrp="1"/>
          </p:cNvSpPr>
          <p:nvPr>
            <p:ph type="sldNum" sz="quarter" idx="12"/>
          </p:nvPr>
        </p:nvSpPr>
        <p:spPr/>
        <p:txBody>
          <a:bodyPr/>
          <a:lstStyle/>
          <a:p>
            <a:fld id="{E1D34442-3F6B-447F-BA0A-EA6B91D9644D}" type="slidenum">
              <a:rPr lang="es-CL" noProof="0" smtClean="0"/>
              <a:t>24</a:t>
            </a:fld>
            <a:endParaRPr lang="es-CL" noProof="0" dirty="0"/>
          </a:p>
        </p:txBody>
      </p:sp>
      <p:sp>
        <p:nvSpPr>
          <p:cNvPr id="2" name="Title 1">
            <a:extLst>
              <a:ext uri="{FF2B5EF4-FFF2-40B4-BE49-F238E27FC236}">
                <a16:creationId xmlns:a16="http://schemas.microsoft.com/office/drawing/2014/main" id="{72113A4E-64AF-98D2-B4A1-BC9C36C32374}"/>
              </a:ext>
            </a:extLst>
          </p:cNvPr>
          <p:cNvSpPr>
            <a:spLocks noGrp="1"/>
          </p:cNvSpPr>
          <p:nvPr>
            <p:ph type="title" idx="4294967295"/>
          </p:nvPr>
        </p:nvSpPr>
        <p:spPr>
          <a:xfrm>
            <a:off x="1030288" y="-243523"/>
            <a:ext cx="10058400" cy="1449387"/>
          </a:xfrm>
        </p:spPr>
        <p:txBody>
          <a:bodyPr/>
          <a:lstStyle/>
          <a:p>
            <a:r>
              <a:rPr lang="es-CL" noProof="0" dirty="0"/>
              <a:t>Termistores NTC</a:t>
            </a:r>
          </a:p>
        </p:txBody>
      </p:sp>
      <p:pic>
        <p:nvPicPr>
          <p:cNvPr id="7" name="Content Placeholder 6">
            <a:extLst>
              <a:ext uri="{FF2B5EF4-FFF2-40B4-BE49-F238E27FC236}">
                <a16:creationId xmlns:a16="http://schemas.microsoft.com/office/drawing/2014/main" id="{F46755AE-1DE8-4076-DF1B-8B31410C0AAB}"/>
              </a:ext>
            </a:extLst>
          </p:cNvPr>
          <p:cNvPicPr>
            <a:picLocks noGrp="1" noChangeAspect="1"/>
          </p:cNvPicPr>
          <p:nvPr>
            <p:ph idx="4294967295"/>
          </p:nvPr>
        </p:nvPicPr>
        <p:blipFill>
          <a:blip r:embed="rId3"/>
          <a:srcRect l="51574" r="8746" b="10781"/>
          <a:stretch>
            <a:fillRect/>
          </a:stretch>
        </p:blipFill>
        <p:spPr>
          <a:xfrm>
            <a:off x="945089" y="1564120"/>
            <a:ext cx="2638425" cy="2625725"/>
          </a:xfrm>
          <a:prstGeom prst="rect">
            <a:avLst/>
          </a:prstGeom>
        </p:spPr>
      </p:pic>
      <p:pic>
        <p:nvPicPr>
          <p:cNvPr id="9" name="Picture 8">
            <a:extLst>
              <a:ext uri="{FF2B5EF4-FFF2-40B4-BE49-F238E27FC236}">
                <a16:creationId xmlns:a16="http://schemas.microsoft.com/office/drawing/2014/main" id="{A0892B41-488C-50CF-7BED-0C468EB4B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3187" y="1456978"/>
            <a:ext cx="3146333" cy="2599500"/>
          </a:xfrm>
          <a:prstGeom prst="rect">
            <a:avLst/>
          </a:prstGeom>
        </p:spPr>
      </p:pic>
      <p:pic>
        <p:nvPicPr>
          <p:cNvPr id="4" name="Picture 3">
            <a:extLst>
              <a:ext uri="{FF2B5EF4-FFF2-40B4-BE49-F238E27FC236}">
                <a16:creationId xmlns:a16="http://schemas.microsoft.com/office/drawing/2014/main" id="{A80A5419-4871-49CC-4857-AB0F17D62810}"/>
              </a:ext>
            </a:extLst>
          </p:cNvPr>
          <p:cNvPicPr>
            <a:picLocks noChangeAspect="1"/>
          </p:cNvPicPr>
          <p:nvPr/>
        </p:nvPicPr>
        <p:blipFill>
          <a:blip r:embed="rId5"/>
          <a:stretch>
            <a:fillRect/>
          </a:stretch>
        </p:blipFill>
        <p:spPr>
          <a:xfrm>
            <a:off x="7513496" y="2117119"/>
            <a:ext cx="4269344" cy="516627"/>
          </a:xfrm>
          <a:prstGeom prst="rect">
            <a:avLst/>
          </a:prstGeom>
        </p:spPr>
      </p:pic>
      <p:pic>
        <p:nvPicPr>
          <p:cNvPr id="6" name="Picture 5">
            <a:extLst>
              <a:ext uri="{FF2B5EF4-FFF2-40B4-BE49-F238E27FC236}">
                <a16:creationId xmlns:a16="http://schemas.microsoft.com/office/drawing/2014/main" id="{B2D5BE85-D62B-71A5-649D-A2048F046EF9}"/>
              </a:ext>
            </a:extLst>
          </p:cNvPr>
          <p:cNvPicPr>
            <a:picLocks noChangeAspect="1"/>
          </p:cNvPicPr>
          <p:nvPr/>
        </p:nvPicPr>
        <p:blipFill>
          <a:blip r:embed="rId6"/>
          <a:stretch>
            <a:fillRect/>
          </a:stretch>
        </p:blipFill>
        <p:spPr>
          <a:xfrm>
            <a:off x="5048792" y="4703526"/>
            <a:ext cx="5497502" cy="1180708"/>
          </a:xfrm>
          <a:prstGeom prst="rect">
            <a:avLst/>
          </a:prstGeom>
        </p:spPr>
      </p:pic>
      <p:sp>
        <p:nvSpPr>
          <p:cNvPr id="3" name="TextBox 2">
            <a:extLst>
              <a:ext uri="{FF2B5EF4-FFF2-40B4-BE49-F238E27FC236}">
                <a16:creationId xmlns:a16="http://schemas.microsoft.com/office/drawing/2014/main" id="{694093BF-9C4A-C8CD-9BB9-3165D56C2380}"/>
              </a:ext>
            </a:extLst>
          </p:cNvPr>
          <p:cNvSpPr txBox="1"/>
          <p:nvPr/>
        </p:nvSpPr>
        <p:spPr>
          <a:xfrm>
            <a:off x="830776" y="4363435"/>
            <a:ext cx="3029096" cy="646331"/>
          </a:xfrm>
          <a:prstGeom prst="rect">
            <a:avLst/>
          </a:prstGeom>
          <a:noFill/>
        </p:spPr>
        <p:txBody>
          <a:bodyPr wrap="square">
            <a:spAutoFit/>
          </a:bodyPr>
          <a:lstStyle/>
          <a:p>
            <a:r>
              <a:rPr lang="es-CL" b="1" noProof="0" dirty="0"/>
              <a:t>a) </a:t>
            </a:r>
            <a:r>
              <a:rPr lang="es-CL" noProof="0" dirty="0"/>
              <a:t>Calibración de termistores  en cama caliente</a:t>
            </a:r>
          </a:p>
        </p:txBody>
      </p:sp>
      <p:sp>
        <p:nvSpPr>
          <p:cNvPr id="8" name="Rectangle 7">
            <a:extLst>
              <a:ext uri="{FF2B5EF4-FFF2-40B4-BE49-F238E27FC236}">
                <a16:creationId xmlns:a16="http://schemas.microsoft.com/office/drawing/2014/main" id="{2CD722B6-B2D7-0A25-5E12-5249B00D69A3}"/>
              </a:ext>
            </a:extLst>
          </p:cNvPr>
          <p:cNvSpPr/>
          <p:nvPr/>
        </p:nvSpPr>
        <p:spPr>
          <a:xfrm>
            <a:off x="8539348" y="2702157"/>
            <a:ext cx="2024308" cy="823558"/>
          </a:xfrm>
          <a:prstGeom prst="rect">
            <a:avLst/>
          </a:prstGeom>
          <a:solidFill>
            <a:srgbClr val="BFBFBF">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AA1DB5D-AEF8-2656-DCA9-A5BDEAD164DE}"/>
                  </a:ext>
                </a:extLst>
              </p:cNvPr>
              <p:cNvSpPr txBox="1"/>
              <p:nvPr/>
            </p:nvSpPr>
            <p:spPr>
              <a:xfrm>
                <a:off x="8539348" y="2760410"/>
                <a:ext cx="2024308"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CL" sz="1600" b="0" i="1" noProof="0" smtClean="0">
                          <a:latin typeface="Cambria Math" panose="02040503050406030204" pitchFamily="18" charset="0"/>
                        </a:rPr>
                        <m:t>𝐴</m:t>
                      </m:r>
                      <m:r>
                        <a:rPr lang="es-CL" sz="1600" b="0" i="1" noProof="0" smtClean="0">
                          <a:latin typeface="Cambria Math" panose="02040503050406030204" pitchFamily="18" charset="0"/>
                        </a:rPr>
                        <m:t>=1.178∗</m:t>
                      </m:r>
                      <m:sSup>
                        <m:sSupPr>
                          <m:ctrlPr>
                            <a:rPr lang="es-CL" sz="1600" i="1" noProof="0" smtClean="0">
                              <a:latin typeface="Cambria Math" panose="02040503050406030204" pitchFamily="18" charset="0"/>
                            </a:rPr>
                          </m:ctrlPr>
                        </m:sSupPr>
                        <m:e>
                          <m:r>
                            <a:rPr lang="es-CL" sz="1600" i="1" noProof="0" smtClean="0">
                              <a:latin typeface="Cambria Math" panose="02040503050406030204" pitchFamily="18" charset="0"/>
                            </a:rPr>
                            <m:t>10</m:t>
                          </m:r>
                        </m:e>
                        <m:sup>
                          <m:r>
                            <a:rPr lang="es-CL" sz="1600" i="1" noProof="0" smtClean="0">
                              <a:latin typeface="Cambria Math" panose="02040503050406030204" pitchFamily="18" charset="0"/>
                            </a:rPr>
                            <m:t>−</m:t>
                          </m:r>
                          <m:r>
                            <a:rPr lang="es-CL" sz="1600" b="0" i="1" noProof="0" smtClean="0">
                              <a:latin typeface="Cambria Math" panose="02040503050406030204" pitchFamily="18" charset="0"/>
                            </a:rPr>
                            <m:t>3</m:t>
                          </m:r>
                        </m:sup>
                      </m:sSup>
                    </m:oMath>
                  </m:oMathPara>
                </a14:m>
                <a:endParaRPr lang="es-CL" sz="1600" noProof="0" dirty="0"/>
              </a:p>
            </p:txBody>
          </p:sp>
        </mc:Choice>
        <mc:Fallback xmlns="">
          <p:sp>
            <p:nvSpPr>
              <p:cNvPr id="14" name="TextBox 13">
                <a:extLst>
                  <a:ext uri="{FF2B5EF4-FFF2-40B4-BE49-F238E27FC236}">
                    <a16:creationId xmlns:a16="http://schemas.microsoft.com/office/drawing/2014/main" id="{8AA1DB5D-AEF8-2656-DCA9-A5BDEAD164DE}"/>
                  </a:ext>
                </a:extLst>
              </p:cNvPr>
              <p:cNvSpPr txBox="1">
                <a:spLocks noRot="1" noChangeAspect="1" noMove="1" noResize="1" noEditPoints="1" noAdjustHandles="1" noChangeArrowheads="1" noChangeShapeType="1" noTextEdit="1"/>
              </p:cNvSpPr>
              <p:nvPr/>
            </p:nvSpPr>
            <p:spPr>
              <a:xfrm>
                <a:off x="8539348" y="2760410"/>
                <a:ext cx="2024308" cy="246221"/>
              </a:xfrm>
              <a:prstGeom prst="rect">
                <a:avLst/>
              </a:prstGeom>
              <a:blipFill>
                <a:blip r:embed="rId7"/>
                <a:stretch>
                  <a:fillRect b="-5000"/>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F86F1DD-0F5C-F26A-74D4-2AD4E09F99ED}"/>
                  </a:ext>
                </a:extLst>
              </p:cNvPr>
              <p:cNvSpPr txBox="1"/>
              <p:nvPr/>
            </p:nvSpPr>
            <p:spPr>
              <a:xfrm>
                <a:off x="8531882" y="3020081"/>
                <a:ext cx="2024308"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CL" sz="1600" b="0" i="1" noProof="0" smtClean="0">
                          <a:latin typeface="Cambria Math" panose="02040503050406030204" pitchFamily="18" charset="0"/>
                        </a:rPr>
                        <m:t>𝐵</m:t>
                      </m:r>
                      <m:r>
                        <a:rPr lang="es-CL" sz="1600" b="0" i="1" noProof="0" smtClean="0">
                          <a:latin typeface="Cambria Math" panose="02040503050406030204" pitchFamily="18" charset="0"/>
                        </a:rPr>
                        <m:t>=2.322∗</m:t>
                      </m:r>
                      <m:sSup>
                        <m:sSupPr>
                          <m:ctrlPr>
                            <a:rPr lang="es-CL" sz="1600" i="1" noProof="0" smtClean="0">
                              <a:latin typeface="Cambria Math" panose="02040503050406030204" pitchFamily="18" charset="0"/>
                            </a:rPr>
                          </m:ctrlPr>
                        </m:sSupPr>
                        <m:e>
                          <m:r>
                            <a:rPr lang="es-CL" sz="1600" i="1" noProof="0" smtClean="0">
                              <a:latin typeface="Cambria Math" panose="02040503050406030204" pitchFamily="18" charset="0"/>
                            </a:rPr>
                            <m:t>10</m:t>
                          </m:r>
                        </m:e>
                        <m:sup>
                          <m:r>
                            <a:rPr lang="es-CL" sz="1600" i="1" noProof="0" smtClean="0">
                              <a:latin typeface="Cambria Math" panose="02040503050406030204" pitchFamily="18" charset="0"/>
                            </a:rPr>
                            <m:t>−</m:t>
                          </m:r>
                          <m:r>
                            <a:rPr lang="es-CL" sz="1600" b="0" i="1" noProof="0" smtClean="0">
                              <a:latin typeface="Cambria Math" panose="02040503050406030204" pitchFamily="18" charset="0"/>
                            </a:rPr>
                            <m:t>4</m:t>
                          </m:r>
                        </m:sup>
                      </m:sSup>
                    </m:oMath>
                  </m:oMathPara>
                </a14:m>
                <a:endParaRPr lang="es-CL" sz="1600" b="0" noProof="0" dirty="0"/>
              </a:p>
            </p:txBody>
          </p:sp>
        </mc:Choice>
        <mc:Fallback xmlns="">
          <p:sp>
            <p:nvSpPr>
              <p:cNvPr id="15" name="TextBox 14">
                <a:extLst>
                  <a:ext uri="{FF2B5EF4-FFF2-40B4-BE49-F238E27FC236}">
                    <a16:creationId xmlns:a16="http://schemas.microsoft.com/office/drawing/2014/main" id="{4F86F1DD-0F5C-F26A-74D4-2AD4E09F99ED}"/>
                  </a:ext>
                </a:extLst>
              </p:cNvPr>
              <p:cNvSpPr txBox="1">
                <a:spLocks noRot="1" noChangeAspect="1" noMove="1" noResize="1" noEditPoints="1" noAdjustHandles="1" noChangeArrowheads="1" noChangeShapeType="1" noTextEdit="1"/>
              </p:cNvSpPr>
              <p:nvPr/>
            </p:nvSpPr>
            <p:spPr>
              <a:xfrm>
                <a:off x="8531882" y="3020081"/>
                <a:ext cx="2024308" cy="246221"/>
              </a:xfrm>
              <a:prstGeom prst="rect">
                <a:avLst/>
              </a:prstGeom>
              <a:blipFill>
                <a:blip r:embed="rId8"/>
                <a:stretch>
                  <a:fillRect b="-4878"/>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2994CBA-FB44-0A7B-AEBB-4A5E9FBFE31E}"/>
                  </a:ext>
                </a:extLst>
              </p:cNvPr>
              <p:cNvSpPr txBox="1"/>
              <p:nvPr/>
            </p:nvSpPr>
            <p:spPr>
              <a:xfrm>
                <a:off x="8786169" y="3279494"/>
                <a:ext cx="2024308" cy="246221"/>
              </a:xfrm>
              <a:prstGeom prst="rect">
                <a:avLst/>
              </a:prstGeom>
              <a:noFill/>
            </p:spPr>
            <p:txBody>
              <a:bodyPr wrap="square" lIns="0" tIns="0" rIns="0" bIns="0" rtlCol="0">
                <a:spAutoFit/>
              </a:bodyPr>
              <a:lstStyle/>
              <a:p>
                <a14:m>
                  <m:oMath xmlns:m="http://schemas.openxmlformats.org/officeDocument/2006/math">
                    <m:r>
                      <a:rPr lang="es-CL" sz="1600" b="0" i="1" noProof="0" smtClean="0">
                        <a:latin typeface="Cambria Math" panose="02040503050406030204" pitchFamily="18" charset="0"/>
                      </a:rPr>
                      <m:t>𝐶</m:t>
                    </m:r>
                    <m:r>
                      <a:rPr lang="es-CL" sz="1600" b="0" i="1" noProof="0" smtClean="0">
                        <a:latin typeface="Cambria Math" panose="02040503050406030204" pitchFamily="18" charset="0"/>
                      </a:rPr>
                      <m:t>=−1.494∗</m:t>
                    </m:r>
                    <m:sSup>
                      <m:sSupPr>
                        <m:ctrlPr>
                          <a:rPr lang="es-CL" sz="1600" b="0" i="1" noProof="0" smtClean="0">
                            <a:latin typeface="Cambria Math" panose="02040503050406030204" pitchFamily="18" charset="0"/>
                          </a:rPr>
                        </m:ctrlPr>
                      </m:sSupPr>
                      <m:e>
                        <m:r>
                          <a:rPr lang="es-CL" sz="1600" b="0" i="1" noProof="0" smtClean="0">
                            <a:latin typeface="Cambria Math" panose="02040503050406030204" pitchFamily="18" charset="0"/>
                          </a:rPr>
                          <m:t>10</m:t>
                        </m:r>
                      </m:e>
                      <m:sup>
                        <m:r>
                          <a:rPr lang="es-CL" sz="1600" b="0" i="1" noProof="0" smtClean="0">
                            <a:latin typeface="Cambria Math" panose="02040503050406030204" pitchFamily="18" charset="0"/>
                          </a:rPr>
                          <m:t>−8</m:t>
                        </m:r>
                      </m:sup>
                    </m:sSup>
                  </m:oMath>
                </a14:m>
                <a:r>
                  <a:rPr lang="es-CL" sz="1600" noProof="0" dirty="0"/>
                  <a:t> </a:t>
                </a:r>
              </a:p>
            </p:txBody>
          </p:sp>
        </mc:Choice>
        <mc:Fallback xmlns="">
          <p:sp>
            <p:nvSpPr>
              <p:cNvPr id="16" name="TextBox 15">
                <a:extLst>
                  <a:ext uri="{FF2B5EF4-FFF2-40B4-BE49-F238E27FC236}">
                    <a16:creationId xmlns:a16="http://schemas.microsoft.com/office/drawing/2014/main" id="{62994CBA-FB44-0A7B-AEBB-4A5E9FBFE31E}"/>
                  </a:ext>
                </a:extLst>
              </p:cNvPr>
              <p:cNvSpPr txBox="1">
                <a:spLocks noRot="1" noChangeAspect="1" noMove="1" noResize="1" noEditPoints="1" noAdjustHandles="1" noChangeArrowheads="1" noChangeShapeType="1" noTextEdit="1"/>
              </p:cNvSpPr>
              <p:nvPr/>
            </p:nvSpPr>
            <p:spPr>
              <a:xfrm>
                <a:off x="8786169" y="3279494"/>
                <a:ext cx="2024308" cy="246221"/>
              </a:xfrm>
              <a:prstGeom prst="rect">
                <a:avLst/>
              </a:prstGeom>
              <a:blipFill>
                <a:blip r:embed="rId9"/>
                <a:stretch>
                  <a:fillRect l="-3313" b="-5000"/>
                </a:stretch>
              </a:blipFill>
            </p:spPr>
            <p:txBody>
              <a:bodyPr/>
              <a:lstStyle/>
              <a:p>
                <a:r>
                  <a:rPr lang="es-CL">
                    <a:noFill/>
                  </a:rPr>
                  <a:t> </a:t>
                </a:r>
              </a:p>
            </p:txBody>
          </p:sp>
        </mc:Fallback>
      </mc:AlternateContent>
      <p:sp>
        <p:nvSpPr>
          <p:cNvPr id="17" name="TextBox 16">
            <a:extLst>
              <a:ext uri="{FF2B5EF4-FFF2-40B4-BE49-F238E27FC236}">
                <a16:creationId xmlns:a16="http://schemas.microsoft.com/office/drawing/2014/main" id="{EBD73407-B059-7A28-24A3-57CB4F02C098}"/>
              </a:ext>
            </a:extLst>
          </p:cNvPr>
          <p:cNvSpPr txBox="1"/>
          <p:nvPr/>
        </p:nvSpPr>
        <p:spPr>
          <a:xfrm>
            <a:off x="6528524" y="4101272"/>
            <a:ext cx="3029096" cy="369332"/>
          </a:xfrm>
          <a:prstGeom prst="rect">
            <a:avLst/>
          </a:prstGeom>
          <a:noFill/>
        </p:spPr>
        <p:txBody>
          <a:bodyPr wrap="square">
            <a:spAutoFit/>
          </a:bodyPr>
          <a:lstStyle/>
          <a:p>
            <a:r>
              <a:rPr lang="es-CL" b="1" noProof="0" dirty="0"/>
              <a:t>b) </a:t>
            </a:r>
            <a:r>
              <a:rPr lang="es-CL" noProof="0" dirty="0"/>
              <a:t>Modelo termistores</a:t>
            </a:r>
          </a:p>
        </p:txBody>
      </p:sp>
      <p:sp>
        <p:nvSpPr>
          <p:cNvPr id="18" name="TextBox 17">
            <a:extLst>
              <a:ext uri="{FF2B5EF4-FFF2-40B4-BE49-F238E27FC236}">
                <a16:creationId xmlns:a16="http://schemas.microsoft.com/office/drawing/2014/main" id="{D402EE62-7EE4-343F-BDB0-C479D7E7141F}"/>
              </a:ext>
            </a:extLst>
          </p:cNvPr>
          <p:cNvSpPr txBox="1"/>
          <p:nvPr/>
        </p:nvSpPr>
        <p:spPr>
          <a:xfrm>
            <a:off x="6440384" y="5843228"/>
            <a:ext cx="3029096" cy="369332"/>
          </a:xfrm>
          <a:prstGeom prst="rect">
            <a:avLst/>
          </a:prstGeom>
          <a:noFill/>
        </p:spPr>
        <p:txBody>
          <a:bodyPr wrap="square">
            <a:spAutoFit/>
          </a:bodyPr>
          <a:lstStyle/>
          <a:p>
            <a:r>
              <a:rPr lang="es-CL" b="1" noProof="0" dirty="0"/>
              <a:t>c) </a:t>
            </a:r>
            <a:r>
              <a:rPr lang="es-CL" noProof="0" dirty="0"/>
              <a:t>Umbral protecciones</a:t>
            </a:r>
          </a:p>
        </p:txBody>
      </p:sp>
    </p:spTree>
    <p:extLst>
      <p:ext uri="{BB962C8B-B14F-4D97-AF65-F5344CB8AC3E}">
        <p14:creationId xmlns:p14="http://schemas.microsoft.com/office/powerpoint/2010/main" val="1018820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B0C3-727D-06BE-F7D6-271A5775CFB7}"/>
              </a:ext>
            </a:extLst>
          </p:cNvPr>
          <p:cNvSpPr>
            <a:spLocks noGrp="1"/>
          </p:cNvSpPr>
          <p:nvPr>
            <p:ph type="title"/>
          </p:nvPr>
        </p:nvSpPr>
        <p:spPr/>
        <p:txBody>
          <a:bodyPr/>
          <a:lstStyle/>
          <a:p>
            <a:r>
              <a:rPr lang="es-CL" noProof="0" dirty="0"/>
              <a:t>Llave de paso</a:t>
            </a:r>
          </a:p>
        </p:txBody>
      </p:sp>
      <p:pic>
        <p:nvPicPr>
          <p:cNvPr id="7" name="Content Placeholder 6">
            <a:extLst>
              <a:ext uri="{FF2B5EF4-FFF2-40B4-BE49-F238E27FC236}">
                <a16:creationId xmlns:a16="http://schemas.microsoft.com/office/drawing/2014/main" id="{605C68C4-94CD-CA52-88D6-DED6ED28BCBD}"/>
              </a:ext>
            </a:extLst>
          </p:cNvPr>
          <p:cNvPicPr>
            <a:picLocks noGrp="1" noChangeAspect="1"/>
          </p:cNvPicPr>
          <p:nvPr>
            <p:ph idx="1"/>
          </p:nvPr>
        </p:nvPicPr>
        <p:blipFill>
          <a:blip r:embed="rId3"/>
          <a:stretch>
            <a:fillRect/>
          </a:stretch>
        </p:blipFill>
        <p:spPr>
          <a:xfrm>
            <a:off x="856404" y="1896368"/>
            <a:ext cx="7032229" cy="4022725"/>
          </a:xfrm>
          <a:prstGeom prst="rect">
            <a:avLst/>
          </a:prstGeom>
        </p:spPr>
      </p:pic>
      <p:sp>
        <p:nvSpPr>
          <p:cNvPr id="5" name="Slide Number Placeholder 4">
            <a:extLst>
              <a:ext uri="{FF2B5EF4-FFF2-40B4-BE49-F238E27FC236}">
                <a16:creationId xmlns:a16="http://schemas.microsoft.com/office/drawing/2014/main" id="{3FF0BA3E-9994-3320-664F-28E56CF8FA8C}"/>
              </a:ext>
            </a:extLst>
          </p:cNvPr>
          <p:cNvSpPr>
            <a:spLocks noGrp="1"/>
          </p:cNvSpPr>
          <p:nvPr>
            <p:ph type="sldNum" sz="quarter" idx="12"/>
          </p:nvPr>
        </p:nvSpPr>
        <p:spPr/>
        <p:txBody>
          <a:bodyPr/>
          <a:lstStyle/>
          <a:p>
            <a:fld id="{E1D34442-3F6B-447F-BA0A-EA6B91D9644D}" type="slidenum">
              <a:rPr lang="es-CL" noProof="0" smtClean="0"/>
              <a:t>25</a:t>
            </a:fld>
            <a:endParaRPr lang="es-CL" noProof="0" dirty="0"/>
          </a:p>
        </p:txBody>
      </p:sp>
      <p:pic>
        <p:nvPicPr>
          <p:cNvPr id="4" name="Picture 3">
            <a:extLst>
              <a:ext uri="{FF2B5EF4-FFF2-40B4-BE49-F238E27FC236}">
                <a16:creationId xmlns:a16="http://schemas.microsoft.com/office/drawing/2014/main" id="{B72C81EE-40CE-69CD-5E1B-98B7843148EE}"/>
              </a:ext>
            </a:extLst>
          </p:cNvPr>
          <p:cNvPicPr>
            <a:picLocks noChangeAspect="1"/>
          </p:cNvPicPr>
          <p:nvPr/>
        </p:nvPicPr>
        <p:blipFill>
          <a:blip r:embed="rId4"/>
          <a:stretch>
            <a:fillRect/>
          </a:stretch>
        </p:blipFill>
        <p:spPr>
          <a:xfrm>
            <a:off x="8033116" y="2818117"/>
            <a:ext cx="3357483" cy="1465787"/>
          </a:xfrm>
          <a:prstGeom prst="rect">
            <a:avLst/>
          </a:prstGeom>
        </p:spPr>
      </p:pic>
    </p:spTree>
    <p:extLst>
      <p:ext uri="{BB962C8B-B14F-4D97-AF65-F5344CB8AC3E}">
        <p14:creationId xmlns:p14="http://schemas.microsoft.com/office/powerpoint/2010/main" val="2372640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43FEF-351C-8453-DD24-0E9CD80BF2A9}"/>
              </a:ext>
            </a:extLst>
          </p:cNvPr>
          <p:cNvSpPr>
            <a:spLocks noGrp="1"/>
          </p:cNvSpPr>
          <p:nvPr>
            <p:ph type="title"/>
          </p:nvPr>
        </p:nvSpPr>
        <p:spPr>
          <a:xfrm>
            <a:off x="1097280" y="286607"/>
            <a:ext cx="10058400" cy="1450757"/>
          </a:xfrm>
        </p:spPr>
        <p:txBody>
          <a:bodyPr anchor="b">
            <a:normAutofit/>
          </a:bodyPr>
          <a:lstStyle/>
          <a:p>
            <a:r>
              <a:rPr lang="es-CL" noProof="0" dirty="0"/>
              <a:t>Partida suave</a:t>
            </a:r>
          </a:p>
        </p:txBody>
      </p:sp>
      <p:pic>
        <p:nvPicPr>
          <p:cNvPr id="9" name="Content Placeholder 8">
            <a:extLst>
              <a:ext uri="{FF2B5EF4-FFF2-40B4-BE49-F238E27FC236}">
                <a16:creationId xmlns:a16="http://schemas.microsoft.com/office/drawing/2014/main" id="{89787498-23C5-CE0A-9F74-4C02C16BC9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28239" y="2138911"/>
            <a:ext cx="3497127" cy="2903536"/>
          </a:xfrm>
          <a:prstGeom prst="rect">
            <a:avLst/>
          </a:prstGeom>
        </p:spPr>
      </p:pic>
      <p:pic>
        <p:nvPicPr>
          <p:cNvPr id="13" name="Content Placeholder 12">
            <a:extLst>
              <a:ext uri="{FF2B5EF4-FFF2-40B4-BE49-F238E27FC236}">
                <a16:creationId xmlns:a16="http://schemas.microsoft.com/office/drawing/2014/main" id="{7884C00E-8050-C5F0-703A-9D97C3805E81}"/>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076543" y="2139445"/>
            <a:ext cx="3761119" cy="2906319"/>
          </a:xfrm>
          <a:prstGeom prst="rect">
            <a:avLst/>
          </a:prstGeom>
        </p:spPr>
      </p:pic>
      <p:sp>
        <p:nvSpPr>
          <p:cNvPr id="5" name="Slide Number Placeholder 4">
            <a:extLst>
              <a:ext uri="{FF2B5EF4-FFF2-40B4-BE49-F238E27FC236}">
                <a16:creationId xmlns:a16="http://schemas.microsoft.com/office/drawing/2014/main" id="{6460EBF0-5564-EE8B-37BF-07EE0DCC72CF}"/>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26</a:t>
            </a:fld>
            <a:endParaRPr lang="es-CL" sz="1900" noProof="0" dirty="0"/>
          </a:p>
        </p:txBody>
      </p:sp>
      <p:pic>
        <p:nvPicPr>
          <p:cNvPr id="17" name="Picture 16">
            <a:extLst>
              <a:ext uri="{FF2B5EF4-FFF2-40B4-BE49-F238E27FC236}">
                <a16:creationId xmlns:a16="http://schemas.microsoft.com/office/drawing/2014/main" id="{B109E91B-4CDE-08ED-FE75-9EFD2CDB93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7712" y="1977362"/>
            <a:ext cx="3771928" cy="3143275"/>
          </a:xfrm>
          <a:prstGeom prst="rect">
            <a:avLst/>
          </a:prstGeom>
        </p:spPr>
      </p:pic>
      <p:sp>
        <p:nvSpPr>
          <p:cNvPr id="4" name="TextBox 3">
            <a:extLst>
              <a:ext uri="{FF2B5EF4-FFF2-40B4-BE49-F238E27FC236}">
                <a16:creationId xmlns:a16="http://schemas.microsoft.com/office/drawing/2014/main" id="{83D45DD8-6E5C-07FD-F3C5-9497C4D3F258}"/>
              </a:ext>
            </a:extLst>
          </p:cNvPr>
          <p:cNvSpPr txBox="1"/>
          <p:nvPr/>
        </p:nvSpPr>
        <p:spPr>
          <a:xfrm>
            <a:off x="555585" y="5329174"/>
            <a:ext cx="3497127" cy="646331"/>
          </a:xfrm>
          <a:prstGeom prst="rect">
            <a:avLst/>
          </a:prstGeom>
          <a:noFill/>
        </p:spPr>
        <p:txBody>
          <a:bodyPr wrap="square">
            <a:spAutoFit/>
          </a:bodyPr>
          <a:lstStyle/>
          <a:p>
            <a:r>
              <a:rPr lang="es-CL" b="1" noProof="0" dirty="0"/>
              <a:t>1) </a:t>
            </a:r>
            <a:r>
              <a:rPr lang="es-CL" noProof="0" dirty="0"/>
              <a:t>Partida directa</a:t>
            </a:r>
          </a:p>
          <a:p>
            <a:pPr marL="285750" indent="-285750">
              <a:buFont typeface="Arial" panose="020B0604020202020204" pitchFamily="34" charset="0"/>
              <a:buChar char="•"/>
            </a:pPr>
            <a:r>
              <a:rPr lang="es-CL" noProof="0" dirty="0"/>
              <a:t>Pulso máximo: 67[</a:t>
            </a:r>
            <a:r>
              <a:rPr lang="es-CL" noProof="0" dirty="0" err="1"/>
              <a:t>us</a:t>
            </a:r>
            <a:r>
              <a:rPr lang="es-CL" noProof="0" dirty="0"/>
              <a:t>] 600[A]+</a:t>
            </a:r>
          </a:p>
        </p:txBody>
      </p:sp>
      <p:sp>
        <p:nvSpPr>
          <p:cNvPr id="6" name="TextBox 5">
            <a:extLst>
              <a:ext uri="{FF2B5EF4-FFF2-40B4-BE49-F238E27FC236}">
                <a16:creationId xmlns:a16="http://schemas.microsoft.com/office/drawing/2014/main" id="{73240132-82EE-6301-2BA0-387229DB7533}"/>
              </a:ext>
            </a:extLst>
          </p:cNvPr>
          <p:cNvSpPr txBox="1"/>
          <p:nvPr/>
        </p:nvSpPr>
        <p:spPr>
          <a:xfrm>
            <a:off x="4287015" y="5330675"/>
            <a:ext cx="3597631" cy="646331"/>
          </a:xfrm>
          <a:prstGeom prst="rect">
            <a:avLst/>
          </a:prstGeom>
          <a:noFill/>
        </p:spPr>
        <p:txBody>
          <a:bodyPr wrap="square">
            <a:spAutoFit/>
          </a:bodyPr>
          <a:lstStyle/>
          <a:p>
            <a:r>
              <a:rPr lang="es-CL" b="1" noProof="0" dirty="0"/>
              <a:t>2) </a:t>
            </a:r>
            <a:r>
              <a:rPr lang="es-CL" noProof="0" dirty="0"/>
              <a:t>Partida suave</a:t>
            </a:r>
          </a:p>
          <a:p>
            <a:pPr marL="285750" indent="-285750">
              <a:buFont typeface="Arial" panose="020B0604020202020204" pitchFamily="34" charset="0"/>
              <a:buChar char="•"/>
            </a:pPr>
            <a:r>
              <a:rPr lang="es-CL" noProof="0" dirty="0"/>
              <a:t>Pulso máximo: 1.52[ms] 1.475[A]</a:t>
            </a:r>
          </a:p>
        </p:txBody>
      </p:sp>
      <p:sp>
        <p:nvSpPr>
          <p:cNvPr id="15" name="TextBox 14">
            <a:extLst>
              <a:ext uri="{FF2B5EF4-FFF2-40B4-BE49-F238E27FC236}">
                <a16:creationId xmlns:a16="http://schemas.microsoft.com/office/drawing/2014/main" id="{42E3B56F-1459-2EC8-9360-4B26C1E0F43E}"/>
              </a:ext>
            </a:extLst>
          </p:cNvPr>
          <p:cNvSpPr txBox="1"/>
          <p:nvPr/>
        </p:nvSpPr>
        <p:spPr>
          <a:xfrm>
            <a:off x="8234696" y="5329174"/>
            <a:ext cx="3597631" cy="646331"/>
          </a:xfrm>
          <a:prstGeom prst="rect">
            <a:avLst/>
          </a:prstGeom>
          <a:noFill/>
        </p:spPr>
        <p:txBody>
          <a:bodyPr wrap="square">
            <a:spAutoFit/>
          </a:bodyPr>
          <a:lstStyle/>
          <a:p>
            <a:r>
              <a:rPr lang="es-CL" b="1" noProof="0" dirty="0"/>
              <a:t>3) </a:t>
            </a:r>
            <a:r>
              <a:rPr lang="es-CL" noProof="0" dirty="0"/>
              <a:t>Área de operación segura (SOA) MOSFET LR7843</a:t>
            </a:r>
          </a:p>
        </p:txBody>
      </p:sp>
    </p:spTree>
    <p:extLst>
      <p:ext uri="{BB962C8B-B14F-4D97-AF65-F5344CB8AC3E}">
        <p14:creationId xmlns:p14="http://schemas.microsoft.com/office/powerpoint/2010/main" val="1339715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9D8A1-861F-28E4-6351-8397AC0C178B}"/>
              </a:ext>
            </a:extLst>
          </p:cNvPr>
          <p:cNvSpPr>
            <a:spLocks noGrp="1"/>
          </p:cNvSpPr>
          <p:nvPr>
            <p:ph type="title"/>
          </p:nvPr>
        </p:nvSpPr>
        <p:spPr>
          <a:xfrm>
            <a:off x="1097280" y="5074920"/>
            <a:ext cx="10113645" cy="822960"/>
          </a:xfrm>
        </p:spPr>
        <p:txBody>
          <a:bodyPr vert="horz" lIns="91440" tIns="0" rIns="91440" bIns="0" rtlCol="0" anchor="b">
            <a:normAutofit/>
          </a:bodyPr>
          <a:lstStyle/>
          <a:p>
            <a:r>
              <a:rPr lang="es-CL" b="0" kern="1200" spc="-51" baseline="0" noProof="0" dirty="0">
                <a:solidFill>
                  <a:schemeClr val="bg1"/>
                </a:solidFill>
                <a:latin typeface="+mj-lt"/>
                <a:ea typeface="+mj-ea"/>
                <a:cs typeface="+mj-cs"/>
              </a:rPr>
              <a:t>Implementación final</a:t>
            </a:r>
          </a:p>
        </p:txBody>
      </p:sp>
      <p:pic>
        <p:nvPicPr>
          <p:cNvPr id="16" name="Picture Placeholder 15">
            <a:extLst>
              <a:ext uri="{FF2B5EF4-FFF2-40B4-BE49-F238E27FC236}">
                <a16:creationId xmlns:a16="http://schemas.microsoft.com/office/drawing/2014/main" id="{46EB4101-54E4-002D-9B29-7DC7CC2EE2C2}"/>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t="2954" b="4519"/>
          <a:stretch>
            <a:fillRect/>
          </a:stretch>
        </p:blipFill>
        <p:spPr>
          <a:xfrm>
            <a:off x="1581922" y="33084"/>
            <a:ext cx="8318540" cy="4848971"/>
          </a:xfrm>
          <a:prstGeom prst="rect">
            <a:avLst/>
          </a:prstGeom>
          <a:noFill/>
        </p:spPr>
      </p:pic>
      <p:sp>
        <p:nvSpPr>
          <p:cNvPr id="4" name="TextBox 3">
            <a:extLst>
              <a:ext uri="{FF2B5EF4-FFF2-40B4-BE49-F238E27FC236}">
                <a16:creationId xmlns:a16="http://schemas.microsoft.com/office/drawing/2014/main" id="{6D8190EE-9435-EA7F-8AE1-F4AC10DBB5DE}"/>
              </a:ext>
            </a:extLst>
          </p:cNvPr>
          <p:cNvSpPr txBox="1"/>
          <p:nvPr/>
        </p:nvSpPr>
        <p:spPr>
          <a:xfrm>
            <a:off x="1097280" y="5907024"/>
            <a:ext cx="10113264" cy="594360"/>
          </a:xfrm>
          <a:prstGeom prst="rect">
            <a:avLst/>
          </a:prstGeom>
        </p:spPr>
        <p:txBody>
          <a:bodyPr vert="horz" lIns="91440" tIns="0" rIns="91440" bIns="0" rtlCol="0">
            <a:normAutofit/>
          </a:bodyPr>
          <a:lstStyle/>
          <a:p>
            <a:pPr defTabSz="914354">
              <a:lnSpc>
                <a:spcPct val="90000"/>
              </a:lnSpc>
              <a:spcAft>
                <a:spcPts val="600"/>
              </a:spcAft>
              <a:buClr>
                <a:schemeClr val="accent1"/>
              </a:buClr>
              <a:buSzPct val="100000"/>
            </a:pPr>
            <a:r>
              <a:rPr lang="es-CL" noProof="0" dirty="0">
                <a:solidFill>
                  <a:schemeClr val="bg1"/>
                </a:solidFill>
              </a:rPr>
              <a:t>Componentes montados en el primer nivel de B1P0 y sus conectores</a:t>
            </a:r>
            <a:endParaRPr lang="es-CL" kern="1200" noProof="0" dirty="0">
              <a:solidFill>
                <a:schemeClr val="bg1"/>
              </a:solidFill>
              <a:latin typeface="+mn-lt"/>
              <a:ea typeface="+mn-ea"/>
              <a:cs typeface="+mn-cs"/>
            </a:endParaRPr>
          </a:p>
        </p:txBody>
      </p:sp>
      <p:sp>
        <p:nvSpPr>
          <p:cNvPr id="8" name="Slide Number Placeholder 7">
            <a:extLst>
              <a:ext uri="{FF2B5EF4-FFF2-40B4-BE49-F238E27FC236}">
                <a16:creationId xmlns:a16="http://schemas.microsoft.com/office/drawing/2014/main" id="{EA4FDD77-2EE0-7696-60FB-0AA3CB6B706C}"/>
              </a:ext>
            </a:extLst>
          </p:cNvPr>
          <p:cNvSpPr>
            <a:spLocks noGrp="1"/>
          </p:cNvSpPr>
          <p:nvPr>
            <p:ph type="sldNum" sz="quarter" idx="12"/>
          </p:nvPr>
        </p:nvSpPr>
        <p:spPr>
          <a:xfrm>
            <a:off x="9900462" y="6459791"/>
            <a:ext cx="1312025" cy="365125"/>
          </a:xfrm>
        </p:spPr>
        <p:txBody>
          <a:bodyPr vert="horz" lIns="91440" tIns="45720" rIns="91440" bIns="45720" rtlCol="0"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27</a:t>
            </a:fld>
            <a:endParaRPr lang="es-CL" sz="1900" noProof="0" dirty="0"/>
          </a:p>
        </p:txBody>
      </p:sp>
    </p:spTree>
    <p:extLst>
      <p:ext uri="{BB962C8B-B14F-4D97-AF65-F5344CB8AC3E}">
        <p14:creationId xmlns:p14="http://schemas.microsoft.com/office/powerpoint/2010/main" val="2510415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BD16-D72C-7B67-3A4A-9FE4AA439587}"/>
              </a:ext>
            </a:extLst>
          </p:cNvPr>
          <p:cNvSpPr>
            <a:spLocks noGrp="1"/>
          </p:cNvSpPr>
          <p:nvPr>
            <p:ph type="title"/>
          </p:nvPr>
        </p:nvSpPr>
        <p:spPr/>
        <p:txBody>
          <a:bodyPr/>
          <a:lstStyle/>
          <a:p>
            <a:r>
              <a:rPr lang="es-CL" noProof="0" dirty="0"/>
              <a:t>Conclusiones</a:t>
            </a:r>
          </a:p>
        </p:txBody>
      </p:sp>
      <p:sp>
        <p:nvSpPr>
          <p:cNvPr id="5" name="Slide Number Placeholder 4">
            <a:extLst>
              <a:ext uri="{FF2B5EF4-FFF2-40B4-BE49-F238E27FC236}">
                <a16:creationId xmlns:a16="http://schemas.microsoft.com/office/drawing/2014/main" id="{93120A94-0493-C017-24E9-9AA83CABDD30}"/>
              </a:ext>
            </a:extLst>
          </p:cNvPr>
          <p:cNvSpPr>
            <a:spLocks noGrp="1"/>
          </p:cNvSpPr>
          <p:nvPr>
            <p:ph type="sldNum" sz="quarter" idx="12"/>
          </p:nvPr>
        </p:nvSpPr>
        <p:spPr/>
        <p:txBody>
          <a:bodyPr/>
          <a:lstStyle/>
          <a:p>
            <a:fld id="{E1D34442-3F6B-447F-BA0A-EA6B91D9644D}" type="slidenum">
              <a:rPr lang="es-CL" noProof="0" smtClean="0"/>
              <a:t>28</a:t>
            </a:fld>
            <a:endParaRPr lang="es-CL" noProof="0" dirty="0"/>
          </a:p>
        </p:txBody>
      </p:sp>
      <p:sp>
        <p:nvSpPr>
          <p:cNvPr id="4" name="Content Placeholder 2">
            <a:extLst>
              <a:ext uri="{FF2B5EF4-FFF2-40B4-BE49-F238E27FC236}">
                <a16:creationId xmlns:a16="http://schemas.microsoft.com/office/drawing/2014/main" id="{2FE3FD37-CF02-9A7F-8BC4-B718A5F431C1}"/>
              </a:ext>
            </a:extLst>
          </p:cNvPr>
          <p:cNvSpPr txBox="1">
            <a:spLocks/>
          </p:cNvSpPr>
          <p:nvPr/>
        </p:nvSpPr>
        <p:spPr>
          <a:xfrm>
            <a:off x="660634" y="5481320"/>
            <a:ext cx="9895840" cy="3044616"/>
          </a:xfrm>
          <a:prstGeom prst="rect">
            <a:avLst/>
          </a:prstGeom>
        </p:spPr>
        <p:txBody>
          <a:bodyPr vert="horz" lIns="0" tIns="45720" rIns="0" bIns="45720" rtlCol="0">
            <a:normAutofit/>
          </a:bodyPr>
          <a:lstStyle>
            <a:lvl1pPr marL="91436" indent="-91436" algn="l" defTabSz="914354"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29" indent="-182870"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00"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71"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42" indent="-182870"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endParaRPr lang="es-CL" noProof="0" dirty="0"/>
          </a:p>
        </p:txBody>
      </p:sp>
      <p:sp>
        <p:nvSpPr>
          <p:cNvPr id="7" name="Content Placeholder 6">
            <a:extLst>
              <a:ext uri="{FF2B5EF4-FFF2-40B4-BE49-F238E27FC236}">
                <a16:creationId xmlns:a16="http://schemas.microsoft.com/office/drawing/2014/main" id="{E2F39BB8-436D-20E0-1BF0-646908272E4E}"/>
              </a:ext>
            </a:extLst>
          </p:cNvPr>
          <p:cNvSpPr>
            <a:spLocks noGrp="1"/>
          </p:cNvSpPr>
          <p:nvPr>
            <p:ph idx="1"/>
          </p:nvPr>
        </p:nvSpPr>
        <p:spPr>
          <a:xfrm>
            <a:off x="1097280" y="1845734"/>
            <a:ext cx="10058400" cy="4890346"/>
          </a:xfrm>
        </p:spPr>
        <p:txBody>
          <a:bodyPr/>
          <a:lstStyle/>
          <a:p>
            <a:pPr lvl="1"/>
            <a:r>
              <a:rPr lang="es-CL" sz="1600" noProof="0" dirty="0"/>
              <a:t>El sistema de alimentación desarrollado, permite energizar los 6 actuadores y los convertidores.</a:t>
            </a:r>
          </a:p>
          <a:p>
            <a:pPr lvl="1"/>
            <a:endParaRPr lang="es-CL" sz="1600" noProof="0" dirty="0"/>
          </a:p>
          <a:p>
            <a:pPr lvl="1"/>
            <a:r>
              <a:rPr lang="es-CL" sz="1600" noProof="0" dirty="0"/>
              <a:t>El convertidor Buck que alimenta el riel de 5[V] es capaz de suministrar a los microcontroladores principales de manera ininterrumpida ante los impactos de la carga máxima estipulada con una rápida respuesta.</a:t>
            </a:r>
          </a:p>
          <a:p>
            <a:pPr lvl="1"/>
            <a:endParaRPr lang="es-CL" sz="1600" noProof="0" dirty="0"/>
          </a:p>
          <a:p>
            <a:pPr lvl="1"/>
            <a:r>
              <a:rPr lang="es-CL" sz="1600" noProof="0" dirty="0"/>
              <a:t>El regulador lineal proporciona 3.3[V] para los 0.5 [A] de carga de manera continua.</a:t>
            </a:r>
          </a:p>
          <a:p>
            <a:pPr lvl="1"/>
            <a:endParaRPr lang="es-CL" sz="1600" noProof="0" dirty="0"/>
          </a:p>
          <a:p>
            <a:pPr lvl="1"/>
            <a:r>
              <a:rPr lang="es-CL" sz="1600" noProof="0" dirty="0"/>
              <a:t>La librería creada para el monitor de batería MP2790 permite su configuración, la obtención de parámetros eléctricos y administración de fallas.</a:t>
            </a:r>
          </a:p>
          <a:p>
            <a:pPr lvl="1"/>
            <a:endParaRPr lang="es-CL" sz="1600" noProof="0" dirty="0"/>
          </a:p>
          <a:p>
            <a:pPr lvl="1"/>
            <a:r>
              <a:rPr lang="es-CL" sz="1600" noProof="0" dirty="0"/>
              <a:t>El monitoreo de alertas se puede realizar con una carga mínima de cómputo en el microcontrolador, actuando de manera autónoma ante las condiciones de falla en la batería.</a:t>
            </a:r>
          </a:p>
          <a:p>
            <a:pPr lvl="1"/>
            <a:endParaRPr lang="es-CL" sz="1600" noProof="0" dirty="0"/>
          </a:p>
          <a:p>
            <a:pPr lvl="1"/>
            <a:r>
              <a:rPr lang="es-CL" sz="1600" noProof="0" dirty="0"/>
              <a:t>Si bien se construido el hardware de medición de combustible, se requiere la compatibilización al protocolo de comunicaciones que permita saber el estado de carga en tiempo real.</a:t>
            </a:r>
          </a:p>
          <a:p>
            <a:endParaRPr lang="es-CL" noProof="0" dirty="0"/>
          </a:p>
        </p:txBody>
      </p:sp>
    </p:spTree>
    <p:extLst>
      <p:ext uri="{BB962C8B-B14F-4D97-AF65-F5344CB8AC3E}">
        <p14:creationId xmlns:p14="http://schemas.microsoft.com/office/powerpoint/2010/main" val="1975052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B940935A-F47B-5CDA-23E4-2D3E61772691}"/>
              </a:ext>
            </a:extLst>
          </p:cNvPr>
          <p:cNvSpPr>
            <a:spLocks noGrp="1"/>
          </p:cNvSpPr>
          <p:nvPr>
            <p:ph type="title"/>
          </p:nvPr>
        </p:nvSpPr>
        <p:spPr>
          <a:xfrm>
            <a:off x="457200" y="594359"/>
            <a:ext cx="3200400" cy="2286000"/>
          </a:xfrm>
        </p:spPr>
        <p:txBody>
          <a:bodyPr/>
          <a:lstStyle/>
          <a:p>
            <a:r>
              <a:rPr lang="en-US" dirty="0"/>
              <a:t>B1P0 </a:t>
            </a:r>
            <a:r>
              <a:rPr lang="en-US" dirty="0" err="1"/>
              <a:t>en</a:t>
            </a:r>
            <a:r>
              <a:rPr lang="en-US" dirty="0"/>
              <a:t> </a:t>
            </a:r>
            <a:r>
              <a:rPr lang="en-US" dirty="0" err="1"/>
              <a:t>Github</a:t>
            </a:r>
            <a:endParaRPr lang="en-US" dirty="0"/>
          </a:p>
        </p:txBody>
      </p:sp>
      <p:sp>
        <p:nvSpPr>
          <p:cNvPr id="15" name="Text Placeholder 3">
            <a:extLst>
              <a:ext uri="{FF2B5EF4-FFF2-40B4-BE49-F238E27FC236}">
                <a16:creationId xmlns:a16="http://schemas.microsoft.com/office/drawing/2014/main" id="{A51968E9-B5E7-0BE4-047D-8719FA705914}"/>
              </a:ext>
            </a:extLst>
          </p:cNvPr>
          <p:cNvSpPr>
            <a:spLocks noGrp="1"/>
          </p:cNvSpPr>
          <p:nvPr>
            <p:ph type="body" sz="half" idx="2"/>
          </p:nvPr>
        </p:nvSpPr>
        <p:spPr>
          <a:xfrm>
            <a:off x="457200" y="2926080"/>
            <a:ext cx="3200400" cy="3379124"/>
          </a:xfrm>
        </p:spPr>
        <p:txBody>
          <a:bodyPr/>
          <a:lstStyle/>
          <a:p>
            <a:r>
              <a:rPr lang="en-US" dirty="0"/>
              <a:t>https://github.com/Bastineitor73/Biped-Robot</a:t>
            </a:r>
          </a:p>
        </p:txBody>
      </p:sp>
      <p:sp>
        <p:nvSpPr>
          <p:cNvPr id="4" name="Slide Number Placeholder 3">
            <a:extLst>
              <a:ext uri="{FF2B5EF4-FFF2-40B4-BE49-F238E27FC236}">
                <a16:creationId xmlns:a16="http://schemas.microsoft.com/office/drawing/2014/main" id="{8344457E-237C-11E4-63C7-BACDE7716886}"/>
              </a:ext>
            </a:extLst>
          </p:cNvPr>
          <p:cNvSpPr>
            <a:spLocks noGrp="1"/>
          </p:cNvSpPr>
          <p:nvPr>
            <p:ph type="sldNum" sz="quarter" idx="12"/>
          </p:nvPr>
        </p:nvSpPr>
        <p:spPr>
          <a:xfrm>
            <a:off x="9900462" y="6459791"/>
            <a:ext cx="1312025" cy="365125"/>
          </a:xfrm>
        </p:spPr>
        <p:txBody>
          <a:bodyPr anchor="ctr">
            <a:normAutofit/>
          </a:bodyPr>
          <a:lstStyle/>
          <a:p>
            <a:pPr>
              <a:lnSpc>
                <a:spcPct val="90000"/>
              </a:lnSpc>
              <a:spcAft>
                <a:spcPts val="600"/>
              </a:spcAft>
            </a:pPr>
            <a:fld id="{E1D34442-3F6B-447F-BA0A-EA6B91D9644D}" type="slidenum">
              <a:rPr lang="en-US" sz="1900" smtClean="0"/>
              <a:pPr>
                <a:lnSpc>
                  <a:spcPct val="90000"/>
                </a:lnSpc>
                <a:spcAft>
                  <a:spcPts val="600"/>
                </a:spcAft>
              </a:pPr>
              <a:t>29</a:t>
            </a:fld>
            <a:endParaRPr lang="en-US" sz="1900"/>
          </a:p>
        </p:txBody>
      </p:sp>
      <p:pic>
        <p:nvPicPr>
          <p:cNvPr id="12" name="Content Placeholder 11">
            <a:extLst>
              <a:ext uri="{FF2B5EF4-FFF2-40B4-BE49-F238E27FC236}">
                <a16:creationId xmlns:a16="http://schemas.microsoft.com/office/drawing/2014/main" id="{EEBE5F87-55DF-94B9-A8DA-00846BECBB80}"/>
              </a:ext>
            </a:extLst>
          </p:cNvPr>
          <p:cNvPicPr>
            <a:picLocks noGrp="1" noChangeAspect="1"/>
          </p:cNvPicPr>
          <p:nvPr>
            <p:ph idx="1"/>
          </p:nvPr>
        </p:nvPicPr>
        <p:blipFill>
          <a:blip r:embed="rId3"/>
          <a:stretch>
            <a:fillRect/>
          </a:stretch>
        </p:blipFill>
        <p:spPr>
          <a:xfrm>
            <a:off x="5817876" y="1117287"/>
            <a:ext cx="4458322" cy="4486901"/>
          </a:xfrm>
          <a:prstGeom prst="rect">
            <a:avLst/>
          </a:prstGeom>
        </p:spPr>
      </p:pic>
    </p:spTree>
    <p:extLst>
      <p:ext uri="{BB962C8B-B14F-4D97-AF65-F5344CB8AC3E}">
        <p14:creationId xmlns:p14="http://schemas.microsoft.com/office/powerpoint/2010/main" val="2500648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9E74-DD19-6493-661C-6A822A30B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B433A-6395-01E4-18E5-17C1B191947E}"/>
              </a:ext>
            </a:extLst>
          </p:cNvPr>
          <p:cNvSpPr>
            <a:spLocks noGrp="1"/>
          </p:cNvSpPr>
          <p:nvPr>
            <p:ph type="ctrTitle"/>
          </p:nvPr>
        </p:nvSpPr>
        <p:spPr>
          <a:xfrm>
            <a:off x="1097280" y="758952"/>
            <a:ext cx="7905072" cy="2111570"/>
          </a:xfrm>
        </p:spPr>
        <p:txBody>
          <a:bodyPr>
            <a:noAutofit/>
          </a:bodyPr>
          <a:lstStyle/>
          <a:p>
            <a:r>
              <a:rPr lang="es-CL" sz="4000" noProof="0" dirty="0"/>
              <a:t>Diseño, construcción e implementación de fuente de poder y sistema de monitoreo de estado para robot bípedo</a:t>
            </a:r>
          </a:p>
        </p:txBody>
      </p:sp>
      <p:sp>
        <p:nvSpPr>
          <p:cNvPr id="3" name="Subtitle 2">
            <a:extLst>
              <a:ext uri="{FF2B5EF4-FFF2-40B4-BE49-F238E27FC236}">
                <a16:creationId xmlns:a16="http://schemas.microsoft.com/office/drawing/2014/main" id="{10307540-0B99-F818-73C4-691E6660C682}"/>
              </a:ext>
            </a:extLst>
          </p:cNvPr>
          <p:cNvSpPr>
            <a:spLocks noGrp="1"/>
          </p:cNvSpPr>
          <p:nvPr>
            <p:ph type="subTitle" idx="1"/>
          </p:nvPr>
        </p:nvSpPr>
        <p:spPr>
          <a:xfrm>
            <a:off x="966077" y="4956048"/>
            <a:ext cx="10058400" cy="1143000"/>
          </a:xfrm>
        </p:spPr>
        <p:txBody>
          <a:bodyPr/>
          <a:lstStyle/>
          <a:p>
            <a:r>
              <a:rPr lang="es-CL" noProof="0" dirty="0"/>
              <a:t>Alonso Garrido Diaz</a:t>
            </a:r>
          </a:p>
        </p:txBody>
      </p:sp>
      <p:sp>
        <p:nvSpPr>
          <p:cNvPr id="6" name="Slide Number Placeholder 5">
            <a:extLst>
              <a:ext uri="{FF2B5EF4-FFF2-40B4-BE49-F238E27FC236}">
                <a16:creationId xmlns:a16="http://schemas.microsoft.com/office/drawing/2014/main" id="{802575AE-3985-5547-4518-643798727D21}"/>
              </a:ext>
            </a:extLst>
          </p:cNvPr>
          <p:cNvSpPr>
            <a:spLocks noGrp="1"/>
          </p:cNvSpPr>
          <p:nvPr>
            <p:ph type="sldNum" sz="quarter" idx="12"/>
          </p:nvPr>
        </p:nvSpPr>
        <p:spPr/>
        <p:txBody>
          <a:bodyPr/>
          <a:lstStyle/>
          <a:p>
            <a:fld id="{E1D34442-3F6B-447F-BA0A-EA6B91D9644D}" type="slidenum">
              <a:rPr lang="es-CL" noProof="0" smtClean="0"/>
              <a:t>30</a:t>
            </a:fld>
            <a:endParaRPr lang="es-CL" noProof="0" dirty="0"/>
          </a:p>
        </p:txBody>
      </p:sp>
      <p:sp>
        <p:nvSpPr>
          <p:cNvPr id="8" name="Arrow: Pentagon 7">
            <a:extLst>
              <a:ext uri="{FF2B5EF4-FFF2-40B4-BE49-F238E27FC236}">
                <a16:creationId xmlns:a16="http://schemas.microsoft.com/office/drawing/2014/main" id="{B9B0F0C5-28AE-FF17-2C84-79058F0AF354}"/>
              </a:ext>
            </a:extLst>
          </p:cNvPr>
          <p:cNvSpPr/>
          <p:nvPr/>
        </p:nvSpPr>
        <p:spPr>
          <a:xfrm>
            <a:off x="966077" y="5690408"/>
            <a:ext cx="1886675" cy="408640"/>
          </a:xfrm>
          <a:prstGeom prst="homePlate">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err="1"/>
              <a:t>Introduccióon</a:t>
            </a:r>
            <a:endParaRPr lang="es-CL" noProof="0" dirty="0"/>
          </a:p>
        </p:txBody>
      </p:sp>
      <p:sp>
        <p:nvSpPr>
          <p:cNvPr id="10" name="Arrow: Chevron 9">
            <a:extLst>
              <a:ext uri="{FF2B5EF4-FFF2-40B4-BE49-F238E27FC236}">
                <a16:creationId xmlns:a16="http://schemas.microsoft.com/office/drawing/2014/main" id="{A6C877B8-FA1F-B575-424F-A4831AA2D54C}"/>
              </a:ext>
            </a:extLst>
          </p:cNvPr>
          <p:cNvSpPr/>
          <p:nvPr/>
        </p:nvSpPr>
        <p:spPr>
          <a:xfrm>
            <a:off x="2758708" y="5690408"/>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600" noProof="0" dirty="0">
                <a:solidFill>
                  <a:schemeClr val="bg1"/>
                </a:solidFill>
              </a:rPr>
              <a:t>Marco teórico</a:t>
            </a:r>
          </a:p>
        </p:txBody>
      </p:sp>
      <p:sp>
        <p:nvSpPr>
          <p:cNvPr id="12" name="Arrow: Chevron 11">
            <a:extLst>
              <a:ext uri="{FF2B5EF4-FFF2-40B4-BE49-F238E27FC236}">
                <a16:creationId xmlns:a16="http://schemas.microsoft.com/office/drawing/2014/main" id="{C14880A9-0C50-8E99-A1C1-43A7290BC923}"/>
              </a:ext>
            </a:extLst>
          </p:cNvPr>
          <p:cNvSpPr/>
          <p:nvPr/>
        </p:nvSpPr>
        <p:spPr>
          <a:xfrm>
            <a:off x="4550521" y="5690408"/>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Diseño</a:t>
            </a:r>
          </a:p>
        </p:txBody>
      </p:sp>
      <p:sp>
        <p:nvSpPr>
          <p:cNvPr id="13" name="Arrow: Chevron 12">
            <a:extLst>
              <a:ext uri="{FF2B5EF4-FFF2-40B4-BE49-F238E27FC236}">
                <a16:creationId xmlns:a16="http://schemas.microsoft.com/office/drawing/2014/main" id="{21263884-741F-6412-9264-BD609E1A9ECE}"/>
              </a:ext>
            </a:extLst>
          </p:cNvPr>
          <p:cNvSpPr/>
          <p:nvPr/>
        </p:nvSpPr>
        <p:spPr>
          <a:xfrm>
            <a:off x="6340889" y="5690408"/>
            <a:ext cx="1886675"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Pruebas</a:t>
            </a:r>
          </a:p>
        </p:txBody>
      </p:sp>
      <p:grpSp>
        <p:nvGrpSpPr>
          <p:cNvPr id="15" name="Group 14">
            <a:extLst>
              <a:ext uri="{FF2B5EF4-FFF2-40B4-BE49-F238E27FC236}">
                <a16:creationId xmlns:a16="http://schemas.microsoft.com/office/drawing/2014/main" id="{389980CB-85F7-A07D-97CE-80056EA996D2}"/>
              </a:ext>
            </a:extLst>
          </p:cNvPr>
          <p:cNvGrpSpPr>
            <a:grpSpLocks/>
          </p:cNvGrpSpPr>
          <p:nvPr/>
        </p:nvGrpSpPr>
        <p:grpSpPr>
          <a:xfrm>
            <a:off x="8130745" y="5690408"/>
            <a:ext cx="1935867" cy="408640"/>
            <a:chOff x="7649425" y="5674720"/>
            <a:chExt cx="1935866" cy="408640"/>
          </a:xfrm>
        </p:grpSpPr>
        <p:sp>
          <p:nvSpPr>
            <p:cNvPr id="14" name="Rectangle 13">
              <a:extLst>
                <a:ext uri="{FF2B5EF4-FFF2-40B4-BE49-F238E27FC236}">
                  <a16:creationId xmlns:a16="http://schemas.microsoft.com/office/drawing/2014/main" id="{DDC848A8-E00C-4D92-915D-A3CFD4E50B89}"/>
                </a:ext>
              </a:extLst>
            </p:cNvPr>
            <p:cNvSpPr>
              <a:spLocks/>
            </p:cNvSpPr>
            <p:nvPr/>
          </p:nvSpPr>
          <p:spPr>
            <a:xfrm>
              <a:off x="8352293" y="5676663"/>
              <a:ext cx="1232998" cy="406697"/>
            </a:xfrm>
            <a:prstGeom prst="rect">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1" name="Arrow: Chevron 10">
              <a:extLst>
                <a:ext uri="{FF2B5EF4-FFF2-40B4-BE49-F238E27FC236}">
                  <a16:creationId xmlns:a16="http://schemas.microsoft.com/office/drawing/2014/main" id="{6826FE8F-9A5B-E4EB-14AF-BFF02A4F0D08}"/>
                </a:ext>
              </a:extLst>
            </p:cNvPr>
            <p:cNvSpPr>
              <a:spLocks/>
            </p:cNvSpPr>
            <p:nvPr/>
          </p:nvSpPr>
          <p:spPr>
            <a:xfrm>
              <a:off x="7649425" y="5674720"/>
              <a:ext cx="1935866" cy="408640"/>
            </a:xfrm>
            <a:prstGeom prst="chevron">
              <a:avLst/>
            </a:prstGeom>
            <a:solidFill>
              <a:srgbClr val="2683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noProof="0" dirty="0">
                  <a:solidFill>
                    <a:schemeClr val="bg1"/>
                  </a:solidFill>
                </a:rPr>
                <a:t>Conclusiones</a:t>
              </a:r>
            </a:p>
          </p:txBody>
        </p:sp>
      </p:grpSp>
      <p:sp>
        <p:nvSpPr>
          <p:cNvPr id="4" name="TextBox 3">
            <a:extLst>
              <a:ext uri="{FF2B5EF4-FFF2-40B4-BE49-F238E27FC236}">
                <a16:creationId xmlns:a16="http://schemas.microsoft.com/office/drawing/2014/main" id="{87196830-3B29-386B-C4F0-9859F19463CE}"/>
              </a:ext>
            </a:extLst>
          </p:cNvPr>
          <p:cNvSpPr txBox="1"/>
          <p:nvPr/>
        </p:nvSpPr>
        <p:spPr>
          <a:xfrm>
            <a:off x="966077" y="4353732"/>
            <a:ext cx="5533374" cy="646331"/>
          </a:xfrm>
          <a:prstGeom prst="rect">
            <a:avLst/>
          </a:prstGeom>
          <a:noFill/>
        </p:spPr>
        <p:txBody>
          <a:bodyPr wrap="none" rtlCol="0">
            <a:spAutoFit/>
          </a:bodyPr>
          <a:lstStyle/>
          <a:p>
            <a:r>
              <a:rPr lang="es-CL" noProof="0" dirty="0"/>
              <a:t>Presentación de memoria de título para optar al título de </a:t>
            </a:r>
          </a:p>
          <a:p>
            <a:r>
              <a:rPr lang="es-CL" noProof="0" dirty="0"/>
              <a:t>Ingeniero civil Eléctrico</a:t>
            </a:r>
          </a:p>
        </p:txBody>
      </p:sp>
      <p:sp>
        <p:nvSpPr>
          <p:cNvPr id="5" name="TextBox 4">
            <a:extLst>
              <a:ext uri="{FF2B5EF4-FFF2-40B4-BE49-F238E27FC236}">
                <a16:creationId xmlns:a16="http://schemas.microsoft.com/office/drawing/2014/main" id="{1DC76FCF-B88F-2197-350F-0A9C11B3CC60}"/>
              </a:ext>
            </a:extLst>
          </p:cNvPr>
          <p:cNvSpPr txBox="1"/>
          <p:nvPr/>
        </p:nvSpPr>
        <p:spPr>
          <a:xfrm>
            <a:off x="6945773" y="3069440"/>
            <a:ext cx="2369944" cy="923330"/>
          </a:xfrm>
          <a:prstGeom prst="rect">
            <a:avLst/>
          </a:prstGeom>
          <a:noFill/>
        </p:spPr>
        <p:txBody>
          <a:bodyPr wrap="square" rtlCol="0">
            <a:spAutoFit/>
          </a:bodyPr>
          <a:lstStyle/>
          <a:p>
            <a:r>
              <a:rPr lang="es-CL" noProof="0" dirty="0"/>
              <a:t>Profesor Guía:</a:t>
            </a:r>
          </a:p>
          <a:p>
            <a:r>
              <a:rPr lang="es-CL" noProof="0" dirty="0"/>
              <a:t>Profesores Comisión:</a:t>
            </a:r>
          </a:p>
          <a:p>
            <a:endParaRPr lang="es-CL" noProof="0" dirty="0"/>
          </a:p>
        </p:txBody>
      </p:sp>
      <p:sp>
        <p:nvSpPr>
          <p:cNvPr id="16" name="TextBox 15">
            <a:extLst>
              <a:ext uri="{FF2B5EF4-FFF2-40B4-BE49-F238E27FC236}">
                <a16:creationId xmlns:a16="http://schemas.microsoft.com/office/drawing/2014/main" id="{098507D2-0779-F215-2CE9-803043937955}"/>
              </a:ext>
            </a:extLst>
          </p:cNvPr>
          <p:cNvSpPr txBox="1"/>
          <p:nvPr/>
        </p:nvSpPr>
        <p:spPr>
          <a:xfrm>
            <a:off x="9002352" y="3069440"/>
            <a:ext cx="2450360" cy="923330"/>
          </a:xfrm>
          <a:prstGeom prst="rect">
            <a:avLst/>
          </a:prstGeom>
          <a:noFill/>
        </p:spPr>
        <p:txBody>
          <a:bodyPr wrap="square" rtlCol="0">
            <a:spAutoFit/>
          </a:bodyPr>
          <a:lstStyle/>
          <a:p>
            <a:r>
              <a:rPr lang="es-CL" noProof="0" dirty="0"/>
              <a:t>Dr. José Espinoza </a:t>
            </a:r>
          </a:p>
          <a:p>
            <a:r>
              <a:rPr lang="es-CL" noProof="0" dirty="0"/>
              <a:t>Dr. Lautaro Salazar</a:t>
            </a:r>
          </a:p>
          <a:p>
            <a:r>
              <a:rPr lang="es-CL" noProof="0" dirty="0"/>
              <a:t>Dr. Eduardo </a:t>
            </a:r>
            <a:r>
              <a:rPr lang="es-CL" noProof="0" dirty="0" err="1"/>
              <a:t>Wiechmann</a:t>
            </a:r>
            <a:endParaRPr lang="es-CL" noProof="0" dirty="0"/>
          </a:p>
        </p:txBody>
      </p:sp>
      <p:pic>
        <p:nvPicPr>
          <p:cNvPr id="18" name="Picture 17">
            <a:extLst>
              <a:ext uri="{FF2B5EF4-FFF2-40B4-BE49-F238E27FC236}">
                <a16:creationId xmlns:a16="http://schemas.microsoft.com/office/drawing/2014/main" id="{EA5CE87D-1519-BC98-2071-ED46B8594338}"/>
              </a:ext>
            </a:extLst>
          </p:cNvPr>
          <p:cNvPicPr>
            <a:picLocks noChangeAspect="1"/>
          </p:cNvPicPr>
          <p:nvPr/>
        </p:nvPicPr>
        <p:blipFill>
          <a:blip r:embed="rId3">
            <a:extLst>
              <a:ext uri="{28A0092B-C50C-407E-A947-70E740481C1C}">
                <a14:useLocalDpi xmlns:a14="http://schemas.microsoft.com/office/drawing/2010/main" val="0"/>
              </a:ext>
            </a:extLst>
          </a:blip>
          <a:srcRect l="15028" t="28021" r="64098" b="29539"/>
          <a:stretch>
            <a:fillRect/>
          </a:stretch>
        </p:blipFill>
        <p:spPr>
          <a:xfrm>
            <a:off x="9442271" y="564720"/>
            <a:ext cx="1770216" cy="2023081"/>
          </a:xfrm>
          <a:prstGeom prst="rect">
            <a:avLst/>
          </a:prstGeom>
        </p:spPr>
      </p:pic>
      <p:sp>
        <p:nvSpPr>
          <p:cNvPr id="7" name="Rectangle 1">
            <a:extLst>
              <a:ext uri="{FF2B5EF4-FFF2-40B4-BE49-F238E27FC236}">
                <a16:creationId xmlns:a16="http://schemas.microsoft.com/office/drawing/2014/main" id="{DDCF5B14-887A-DF83-8A31-67DC37AEA25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sp>
        <p:nvSpPr>
          <p:cNvPr id="9" name="Rectangle 2">
            <a:extLst>
              <a:ext uri="{FF2B5EF4-FFF2-40B4-BE49-F238E27FC236}">
                <a16:creationId xmlns:a16="http://schemas.microsoft.com/office/drawing/2014/main" id="{3D4C196F-ECBA-8792-25F2-E8CF0E449EA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spTree>
    <p:extLst>
      <p:ext uri="{BB962C8B-B14F-4D97-AF65-F5344CB8AC3E}">
        <p14:creationId xmlns:p14="http://schemas.microsoft.com/office/powerpoint/2010/main" val="2106628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790B4-BC3C-11FB-BDB2-EC79BBAEE9EB}"/>
              </a:ext>
            </a:extLst>
          </p:cNvPr>
          <p:cNvSpPr>
            <a:spLocks noGrp="1"/>
          </p:cNvSpPr>
          <p:nvPr>
            <p:ph type="title"/>
          </p:nvPr>
        </p:nvSpPr>
        <p:spPr/>
        <p:txBody>
          <a:bodyPr/>
          <a:lstStyle/>
          <a:p>
            <a:r>
              <a:rPr lang="es-CL" noProof="0" dirty="0"/>
              <a:t>Lazo de control</a:t>
            </a:r>
          </a:p>
        </p:txBody>
      </p:sp>
      <p:sp>
        <p:nvSpPr>
          <p:cNvPr id="6" name="Slide Number Placeholder 5">
            <a:extLst>
              <a:ext uri="{FF2B5EF4-FFF2-40B4-BE49-F238E27FC236}">
                <a16:creationId xmlns:a16="http://schemas.microsoft.com/office/drawing/2014/main" id="{0E2266E9-5940-5113-5A72-B079C5E5CAF0}"/>
              </a:ext>
            </a:extLst>
          </p:cNvPr>
          <p:cNvSpPr>
            <a:spLocks noGrp="1"/>
          </p:cNvSpPr>
          <p:nvPr>
            <p:ph type="sldNum" sz="quarter" idx="12"/>
          </p:nvPr>
        </p:nvSpPr>
        <p:spPr/>
        <p:txBody>
          <a:bodyPr/>
          <a:lstStyle/>
          <a:p>
            <a:fld id="{E1D34442-3F6B-447F-BA0A-EA6B91D9644D}" type="slidenum">
              <a:rPr lang="es-CL" noProof="0" smtClean="0"/>
              <a:t>31</a:t>
            </a:fld>
            <a:endParaRPr lang="es-CL" noProof="0" dirty="0"/>
          </a:p>
        </p:txBody>
      </p:sp>
      <p:pic>
        <p:nvPicPr>
          <p:cNvPr id="4" name="Picture 3">
            <a:extLst>
              <a:ext uri="{FF2B5EF4-FFF2-40B4-BE49-F238E27FC236}">
                <a16:creationId xmlns:a16="http://schemas.microsoft.com/office/drawing/2014/main" id="{C8B02053-33D5-8173-DDB1-8D1B737D4B75}"/>
              </a:ext>
            </a:extLst>
          </p:cNvPr>
          <p:cNvPicPr>
            <a:picLocks noChangeAspect="1"/>
          </p:cNvPicPr>
          <p:nvPr/>
        </p:nvPicPr>
        <p:blipFill>
          <a:blip r:embed="rId3"/>
          <a:stretch>
            <a:fillRect/>
          </a:stretch>
        </p:blipFill>
        <p:spPr>
          <a:xfrm>
            <a:off x="7845996" y="3981178"/>
            <a:ext cx="2710477" cy="2045129"/>
          </a:xfrm>
          <a:prstGeom prst="rect">
            <a:avLst/>
          </a:prstGeom>
        </p:spPr>
      </p:pic>
      <p:pic>
        <p:nvPicPr>
          <p:cNvPr id="5" name="Picture 4">
            <a:extLst>
              <a:ext uri="{FF2B5EF4-FFF2-40B4-BE49-F238E27FC236}">
                <a16:creationId xmlns:a16="http://schemas.microsoft.com/office/drawing/2014/main" id="{885556EB-9B1C-A646-C02B-87AEA98AFACB}"/>
              </a:ext>
            </a:extLst>
          </p:cNvPr>
          <p:cNvPicPr>
            <a:picLocks noChangeAspect="1"/>
          </p:cNvPicPr>
          <p:nvPr/>
        </p:nvPicPr>
        <p:blipFill>
          <a:blip r:embed="rId4"/>
          <a:stretch>
            <a:fillRect/>
          </a:stretch>
        </p:blipFill>
        <p:spPr>
          <a:xfrm>
            <a:off x="7845996" y="854224"/>
            <a:ext cx="2860586" cy="3145931"/>
          </a:xfrm>
          <a:prstGeom prst="rect">
            <a:avLst/>
          </a:prstGeom>
        </p:spPr>
      </p:pic>
      <p:sp>
        <p:nvSpPr>
          <p:cNvPr id="3" name="TextBox 2">
            <a:extLst>
              <a:ext uri="{FF2B5EF4-FFF2-40B4-BE49-F238E27FC236}">
                <a16:creationId xmlns:a16="http://schemas.microsoft.com/office/drawing/2014/main" id="{D4273CD2-320D-D0AD-A863-559F8E1DB886}"/>
              </a:ext>
            </a:extLst>
          </p:cNvPr>
          <p:cNvSpPr txBox="1"/>
          <p:nvPr/>
        </p:nvSpPr>
        <p:spPr>
          <a:xfrm>
            <a:off x="1635527" y="5802529"/>
            <a:ext cx="5124511" cy="369332"/>
          </a:xfrm>
          <a:prstGeom prst="rect">
            <a:avLst/>
          </a:prstGeom>
          <a:noFill/>
        </p:spPr>
        <p:txBody>
          <a:bodyPr wrap="square" rtlCol="0">
            <a:spAutoFit/>
          </a:bodyPr>
          <a:lstStyle/>
          <a:p>
            <a:r>
              <a:rPr lang="es-CL" dirty="0"/>
              <a:t>Bloques de función del controlador </a:t>
            </a:r>
            <a:r>
              <a:rPr lang="es-CL" noProof="0" dirty="0"/>
              <a:t>TPS54531</a:t>
            </a:r>
          </a:p>
        </p:txBody>
      </p:sp>
      <p:pic>
        <p:nvPicPr>
          <p:cNvPr id="11" name="Content Placeholder 10">
            <a:extLst>
              <a:ext uri="{FF2B5EF4-FFF2-40B4-BE49-F238E27FC236}">
                <a16:creationId xmlns:a16="http://schemas.microsoft.com/office/drawing/2014/main" id="{734DA983-78C8-14EC-284E-560D59B0DC2A}"/>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036320" y="1758584"/>
            <a:ext cx="5885403" cy="4022725"/>
          </a:xfrm>
          <a:prstGeom prst="rect">
            <a:avLst/>
          </a:prstGeom>
        </p:spPr>
      </p:pic>
    </p:spTree>
    <p:extLst>
      <p:ext uri="{BB962C8B-B14F-4D97-AF65-F5344CB8AC3E}">
        <p14:creationId xmlns:p14="http://schemas.microsoft.com/office/powerpoint/2010/main" val="3901851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B7058D06-D2E1-C665-E83A-267E37A25B62}"/>
              </a:ext>
            </a:extLst>
          </p:cNvPr>
          <p:cNvSpPr>
            <a:spLocks noGrp="1"/>
          </p:cNvSpPr>
          <p:nvPr>
            <p:ph type="title"/>
          </p:nvPr>
        </p:nvSpPr>
        <p:spPr>
          <a:xfrm>
            <a:off x="1097280" y="286607"/>
            <a:ext cx="10058400" cy="1450757"/>
          </a:xfrm>
        </p:spPr>
        <p:txBody>
          <a:bodyPr/>
          <a:lstStyle/>
          <a:p>
            <a:r>
              <a:rPr lang="es-CL" noProof="0" dirty="0"/>
              <a:t>SOC</a:t>
            </a:r>
          </a:p>
        </p:txBody>
      </p:sp>
      <p:pic>
        <p:nvPicPr>
          <p:cNvPr id="9" name="Picture 8">
            <a:extLst>
              <a:ext uri="{FF2B5EF4-FFF2-40B4-BE49-F238E27FC236}">
                <a16:creationId xmlns:a16="http://schemas.microsoft.com/office/drawing/2014/main" id="{FAED8056-6287-C430-3029-48D6A4EC4A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1913172"/>
            <a:ext cx="4937760" cy="3888485"/>
          </a:xfrm>
          <a:prstGeom prst="rect">
            <a:avLst/>
          </a:prstGeom>
          <a:noFill/>
        </p:spPr>
      </p:pic>
      <p:sp>
        <p:nvSpPr>
          <p:cNvPr id="5" name="Slide Number Placeholder 4">
            <a:extLst>
              <a:ext uri="{FF2B5EF4-FFF2-40B4-BE49-F238E27FC236}">
                <a16:creationId xmlns:a16="http://schemas.microsoft.com/office/drawing/2014/main" id="{89A4C3D5-46DC-674A-3F51-970EB06B4EEA}"/>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32</a:t>
            </a:fld>
            <a:endParaRPr lang="es-CL" sz="1900" noProof="0" dirty="0"/>
          </a:p>
        </p:txBody>
      </p:sp>
      <p:pic>
        <p:nvPicPr>
          <p:cNvPr id="16" name="Content Placeholder 12">
            <a:extLst>
              <a:ext uri="{FF2B5EF4-FFF2-40B4-BE49-F238E27FC236}">
                <a16:creationId xmlns:a16="http://schemas.microsoft.com/office/drawing/2014/main" id="{A6F60386-2935-F1D8-085D-4CEC95FC3ABA}"/>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379656" y="1940596"/>
            <a:ext cx="4614291" cy="3834067"/>
          </a:xfrm>
          <a:prstGeom prst="rect">
            <a:avLst/>
          </a:prstGeom>
        </p:spPr>
      </p:pic>
    </p:spTree>
    <p:extLst>
      <p:ext uri="{BB962C8B-B14F-4D97-AF65-F5344CB8AC3E}">
        <p14:creationId xmlns:p14="http://schemas.microsoft.com/office/powerpoint/2010/main" val="3725096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5021D-13AE-08A4-9C46-939447879CD6}"/>
              </a:ext>
            </a:extLst>
          </p:cNvPr>
          <p:cNvSpPr>
            <a:spLocks noGrp="1"/>
          </p:cNvSpPr>
          <p:nvPr>
            <p:ph type="title"/>
          </p:nvPr>
        </p:nvSpPr>
        <p:spPr>
          <a:xfrm>
            <a:off x="1097280" y="286607"/>
            <a:ext cx="10058400" cy="1450757"/>
          </a:xfrm>
        </p:spPr>
        <p:txBody>
          <a:bodyPr anchor="b">
            <a:normAutofit/>
          </a:bodyPr>
          <a:lstStyle/>
          <a:p>
            <a:r>
              <a:rPr lang="es-CL" noProof="0" dirty="0"/>
              <a:t>Driver </a:t>
            </a:r>
            <a:r>
              <a:rPr lang="es-CL" noProof="0" dirty="0" err="1"/>
              <a:t>mos</a:t>
            </a:r>
            <a:endParaRPr lang="es-CL" noProof="0" dirty="0"/>
          </a:p>
        </p:txBody>
      </p:sp>
      <p:pic>
        <p:nvPicPr>
          <p:cNvPr id="7" name="Content Placeholder 6">
            <a:extLst>
              <a:ext uri="{FF2B5EF4-FFF2-40B4-BE49-F238E27FC236}">
                <a16:creationId xmlns:a16="http://schemas.microsoft.com/office/drawing/2014/main" id="{3A9E9AAA-4527-3606-D15A-677E809BD391}"/>
              </a:ext>
            </a:extLst>
          </p:cNvPr>
          <p:cNvPicPr>
            <a:picLocks noGrp="1" noChangeAspect="1"/>
          </p:cNvPicPr>
          <p:nvPr>
            <p:ph sz="half" idx="1"/>
          </p:nvPr>
        </p:nvPicPr>
        <p:blipFill>
          <a:blip r:embed="rId3"/>
          <a:stretch>
            <a:fillRect/>
          </a:stretch>
        </p:blipFill>
        <p:spPr>
          <a:xfrm>
            <a:off x="494084" y="1845631"/>
            <a:ext cx="3852365" cy="4023359"/>
          </a:xfrm>
          <a:prstGeom prst="rect">
            <a:avLst/>
          </a:prstGeom>
          <a:noFill/>
        </p:spPr>
      </p:pic>
      <p:pic>
        <p:nvPicPr>
          <p:cNvPr id="9" name="Content Placeholder 8">
            <a:extLst>
              <a:ext uri="{FF2B5EF4-FFF2-40B4-BE49-F238E27FC236}">
                <a16:creationId xmlns:a16="http://schemas.microsoft.com/office/drawing/2014/main" id="{0BBAE6F0-D8A3-071D-678A-21FCE2D6E781}"/>
              </a:ext>
            </a:extLst>
          </p:cNvPr>
          <p:cNvPicPr>
            <a:picLocks noGrp="1" noChangeAspect="1"/>
          </p:cNvPicPr>
          <p:nvPr>
            <p:ph sz="half" idx="2"/>
          </p:nvPr>
        </p:nvPicPr>
        <p:blipFill>
          <a:blip r:embed="rId4"/>
          <a:stretch>
            <a:fillRect/>
          </a:stretch>
        </p:blipFill>
        <p:spPr>
          <a:xfrm>
            <a:off x="4207554" y="1846267"/>
            <a:ext cx="4675932" cy="4022725"/>
          </a:xfrm>
          <a:prstGeom prst="rect">
            <a:avLst/>
          </a:prstGeom>
        </p:spPr>
      </p:pic>
      <p:sp>
        <p:nvSpPr>
          <p:cNvPr id="5" name="Slide Number Placeholder 4">
            <a:extLst>
              <a:ext uri="{FF2B5EF4-FFF2-40B4-BE49-F238E27FC236}">
                <a16:creationId xmlns:a16="http://schemas.microsoft.com/office/drawing/2014/main" id="{A44CD4C2-9A97-1ED6-874C-A98186D0144C}"/>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33</a:t>
            </a:fld>
            <a:endParaRPr lang="es-CL" sz="1900" noProof="0" dirty="0"/>
          </a:p>
        </p:txBody>
      </p:sp>
      <p:pic>
        <p:nvPicPr>
          <p:cNvPr id="11" name="Picture 10">
            <a:extLst>
              <a:ext uri="{FF2B5EF4-FFF2-40B4-BE49-F238E27FC236}">
                <a16:creationId xmlns:a16="http://schemas.microsoft.com/office/drawing/2014/main" id="{BE0A607A-3373-B338-ABCD-CF45C1364F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3485" y="2522147"/>
            <a:ext cx="3024611" cy="2438740"/>
          </a:xfrm>
          <a:prstGeom prst="rect">
            <a:avLst/>
          </a:prstGeom>
        </p:spPr>
      </p:pic>
    </p:spTree>
    <p:extLst>
      <p:ext uri="{BB962C8B-B14F-4D97-AF65-F5344CB8AC3E}">
        <p14:creationId xmlns:p14="http://schemas.microsoft.com/office/powerpoint/2010/main" val="4163798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0BD5-61CF-7CFA-6C00-CCA11047ECFD}"/>
              </a:ext>
            </a:extLst>
          </p:cNvPr>
          <p:cNvSpPr>
            <a:spLocks noGrp="1"/>
          </p:cNvSpPr>
          <p:nvPr>
            <p:ph type="title"/>
          </p:nvPr>
        </p:nvSpPr>
        <p:spPr>
          <a:xfrm>
            <a:off x="457200" y="594359"/>
            <a:ext cx="3200400" cy="2286000"/>
          </a:xfrm>
        </p:spPr>
        <p:txBody>
          <a:bodyPr anchor="b">
            <a:normAutofit/>
          </a:bodyPr>
          <a:lstStyle/>
          <a:p>
            <a:r>
              <a:rPr lang="es-CL" noProof="0" dirty="0"/>
              <a:t>Reguladores internas monitor</a:t>
            </a:r>
          </a:p>
        </p:txBody>
      </p:sp>
      <p:pic>
        <p:nvPicPr>
          <p:cNvPr id="10" name="Content Placeholder 9">
            <a:extLst>
              <a:ext uri="{FF2B5EF4-FFF2-40B4-BE49-F238E27FC236}">
                <a16:creationId xmlns:a16="http://schemas.microsoft.com/office/drawing/2014/main" id="{6DB19F7C-DC8A-C1CF-9B48-7E05C3ED56AD}"/>
              </a:ext>
            </a:extLst>
          </p:cNvPr>
          <p:cNvPicPr>
            <a:picLocks noGrp="1" noChangeAspect="1"/>
          </p:cNvPicPr>
          <p:nvPr>
            <p:ph idx="1"/>
          </p:nvPr>
        </p:nvPicPr>
        <p:blipFill>
          <a:blip r:embed="rId3"/>
          <a:stretch>
            <a:fillRect/>
          </a:stretch>
        </p:blipFill>
        <p:spPr>
          <a:xfrm>
            <a:off x="5613061" y="964867"/>
            <a:ext cx="4867955" cy="4791744"/>
          </a:xfrm>
          <a:prstGeom prst="rect">
            <a:avLst/>
          </a:prstGeom>
        </p:spPr>
      </p:pic>
      <p:sp>
        <p:nvSpPr>
          <p:cNvPr id="13" name="Text Placeholder 3">
            <a:extLst>
              <a:ext uri="{FF2B5EF4-FFF2-40B4-BE49-F238E27FC236}">
                <a16:creationId xmlns:a16="http://schemas.microsoft.com/office/drawing/2014/main" id="{17DA5EC7-CD73-3CA4-AEFA-D24AF6AED3D1}"/>
              </a:ext>
            </a:extLst>
          </p:cNvPr>
          <p:cNvSpPr>
            <a:spLocks noGrp="1"/>
          </p:cNvSpPr>
          <p:nvPr>
            <p:ph type="body" sz="half" idx="2"/>
          </p:nvPr>
        </p:nvSpPr>
        <p:spPr>
          <a:xfrm>
            <a:off x="457200" y="2926082"/>
            <a:ext cx="3200400" cy="3379124"/>
          </a:xfrm>
        </p:spPr>
        <p:txBody>
          <a:bodyPr/>
          <a:lstStyle/>
          <a:p>
            <a:endParaRPr lang="es-CL" noProof="0" dirty="0"/>
          </a:p>
        </p:txBody>
      </p:sp>
      <p:sp>
        <p:nvSpPr>
          <p:cNvPr id="6" name="Slide Number Placeholder 5">
            <a:extLst>
              <a:ext uri="{FF2B5EF4-FFF2-40B4-BE49-F238E27FC236}">
                <a16:creationId xmlns:a16="http://schemas.microsoft.com/office/drawing/2014/main" id="{F3FE1D08-B4B6-42AD-EF99-1C0607103E77}"/>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34</a:t>
            </a:fld>
            <a:endParaRPr lang="es-CL" sz="1900" noProof="0" dirty="0"/>
          </a:p>
        </p:txBody>
      </p:sp>
    </p:spTree>
    <p:extLst>
      <p:ext uri="{BB962C8B-B14F-4D97-AF65-F5344CB8AC3E}">
        <p14:creationId xmlns:p14="http://schemas.microsoft.com/office/powerpoint/2010/main" val="1717213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D9094C9-737D-A51B-E5C9-D054D13CBF7C}"/>
              </a:ext>
            </a:extLst>
          </p:cNvPr>
          <p:cNvSpPr>
            <a:spLocks noGrp="1"/>
          </p:cNvSpPr>
          <p:nvPr>
            <p:ph type="title"/>
          </p:nvPr>
        </p:nvSpPr>
        <p:spPr>
          <a:xfrm>
            <a:off x="1097280" y="286607"/>
            <a:ext cx="10058400" cy="1450757"/>
          </a:xfrm>
        </p:spPr>
        <p:txBody>
          <a:bodyPr anchor="b">
            <a:normAutofit/>
          </a:bodyPr>
          <a:lstStyle/>
          <a:p>
            <a:r>
              <a:rPr lang="es-CL" noProof="0" dirty="0"/>
              <a:t>Conectores</a:t>
            </a:r>
          </a:p>
        </p:txBody>
      </p:sp>
      <p:pic>
        <p:nvPicPr>
          <p:cNvPr id="8" name="Content Placeholder 7">
            <a:extLst>
              <a:ext uri="{FF2B5EF4-FFF2-40B4-BE49-F238E27FC236}">
                <a16:creationId xmlns:a16="http://schemas.microsoft.com/office/drawing/2014/main" id="{5A6F4493-5B97-98FE-9E12-D60B8C386C28}"/>
              </a:ext>
            </a:extLst>
          </p:cNvPr>
          <p:cNvPicPr>
            <a:picLocks noGrp="1" noChangeAspect="1"/>
          </p:cNvPicPr>
          <p:nvPr>
            <p:ph sz="half" idx="1"/>
          </p:nvPr>
        </p:nvPicPr>
        <p:blipFill>
          <a:blip r:embed="rId3"/>
          <a:srcRect t="10511"/>
          <a:stretch>
            <a:fillRect/>
          </a:stretch>
        </p:blipFill>
        <p:spPr>
          <a:xfrm>
            <a:off x="1324736" y="2268641"/>
            <a:ext cx="4482851" cy="3600455"/>
          </a:xfrm>
          <a:prstGeom prst="rect">
            <a:avLst/>
          </a:prstGeom>
          <a:noFill/>
        </p:spPr>
      </p:pic>
      <p:pic>
        <p:nvPicPr>
          <p:cNvPr id="10" name="Content Placeholder 9">
            <a:extLst>
              <a:ext uri="{FF2B5EF4-FFF2-40B4-BE49-F238E27FC236}">
                <a16:creationId xmlns:a16="http://schemas.microsoft.com/office/drawing/2014/main" id="{A9EF2636-DF81-2E1D-A959-87FC479A226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18240" y="2197191"/>
            <a:ext cx="4937125" cy="3320871"/>
          </a:xfrm>
          <a:prstGeom prst="rect">
            <a:avLst/>
          </a:prstGeom>
        </p:spPr>
      </p:pic>
      <p:sp>
        <p:nvSpPr>
          <p:cNvPr id="6" name="Slide Number Placeholder 5">
            <a:extLst>
              <a:ext uri="{FF2B5EF4-FFF2-40B4-BE49-F238E27FC236}">
                <a16:creationId xmlns:a16="http://schemas.microsoft.com/office/drawing/2014/main" id="{F081F7C2-BEC9-AAD1-8848-A6B3E7C7BDA9}"/>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35</a:t>
            </a:fld>
            <a:endParaRPr lang="es-CL" sz="1900" noProof="0" dirty="0"/>
          </a:p>
        </p:txBody>
      </p:sp>
    </p:spTree>
    <p:extLst>
      <p:ext uri="{BB962C8B-B14F-4D97-AF65-F5344CB8AC3E}">
        <p14:creationId xmlns:p14="http://schemas.microsoft.com/office/powerpoint/2010/main" val="2759023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9B10-B065-D513-0AC7-B5C9B02E7DC5}"/>
              </a:ext>
            </a:extLst>
          </p:cNvPr>
          <p:cNvSpPr>
            <a:spLocks noGrp="1"/>
          </p:cNvSpPr>
          <p:nvPr>
            <p:ph type="title"/>
          </p:nvPr>
        </p:nvSpPr>
        <p:spPr/>
        <p:txBody>
          <a:bodyPr/>
          <a:lstStyle/>
          <a:p>
            <a:r>
              <a:rPr lang="es-CL" noProof="0" dirty="0"/>
              <a:t>Sensor de corriente</a:t>
            </a:r>
          </a:p>
        </p:txBody>
      </p:sp>
      <p:pic>
        <p:nvPicPr>
          <p:cNvPr id="10" name="Content Placeholder 9">
            <a:extLst>
              <a:ext uri="{FF2B5EF4-FFF2-40B4-BE49-F238E27FC236}">
                <a16:creationId xmlns:a16="http://schemas.microsoft.com/office/drawing/2014/main" id="{D5CECF4E-8DAD-D8C5-89D5-E7D9DF302B9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096963" y="2290989"/>
            <a:ext cx="4938712" cy="3133275"/>
          </a:xfrm>
          <a:prstGeom prst="rect">
            <a:avLst/>
          </a:prstGeom>
        </p:spPr>
      </p:pic>
      <p:pic>
        <p:nvPicPr>
          <p:cNvPr id="12" name="Content Placeholder 11">
            <a:extLst>
              <a:ext uri="{FF2B5EF4-FFF2-40B4-BE49-F238E27FC236}">
                <a16:creationId xmlns:a16="http://schemas.microsoft.com/office/drawing/2014/main" id="{0749A917-3DAC-AE72-CE3C-AB32A958A64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18240" y="1881669"/>
            <a:ext cx="4937125" cy="3951915"/>
          </a:xfrm>
          <a:prstGeom prst="rect">
            <a:avLst/>
          </a:prstGeom>
        </p:spPr>
      </p:pic>
      <p:sp>
        <p:nvSpPr>
          <p:cNvPr id="6" name="Slide Number Placeholder 5">
            <a:extLst>
              <a:ext uri="{FF2B5EF4-FFF2-40B4-BE49-F238E27FC236}">
                <a16:creationId xmlns:a16="http://schemas.microsoft.com/office/drawing/2014/main" id="{B4D98113-0404-CFF3-59A3-9F4BAEC7970A}"/>
              </a:ext>
            </a:extLst>
          </p:cNvPr>
          <p:cNvSpPr>
            <a:spLocks noGrp="1"/>
          </p:cNvSpPr>
          <p:nvPr>
            <p:ph type="sldNum" sz="quarter" idx="12"/>
          </p:nvPr>
        </p:nvSpPr>
        <p:spPr/>
        <p:txBody>
          <a:bodyPr/>
          <a:lstStyle/>
          <a:p>
            <a:fld id="{E1D34442-3F6B-447F-BA0A-EA6B91D9644D}" type="slidenum">
              <a:rPr lang="es-CL" noProof="0" smtClean="0"/>
              <a:t>36</a:t>
            </a:fld>
            <a:endParaRPr lang="es-CL" noProof="0" dirty="0"/>
          </a:p>
        </p:txBody>
      </p:sp>
    </p:spTree>
    <p:extLst>
      <p:ext uri="{BB962C8B-B14F-4D97-AF65-F5344CB8AC3E}">
        <p14:creationId xmlns:p14="http://schemas.microsoft.com/office/powerpoint/2010/main" val="3499648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6B96-5770-7B44-27D6-41634BC6B2CF}"/>
              </a:ext>
            </a:extLst>
          </p:cNvPr>
          <p:cNvSpPr>
            <a:spLocks noGrp="1"/>
          </p:cNvSpPr>
          <p:nvPr>
            <p:ph type="title"/>
          </p:nvPr>
        </p:nvSpPr>
        <p:spPr>
          <a:xfrm>
            <a:off x="1097280" y="286607"/>
            <a:ext cx="10058400" cy="1450757"/>
          </a:xfrm>
        </p:spPr>
        <p:txBody>
          <a:bodyPr anchor="b">
            <a:normAutofit/>
          </a:bodyPr>
          <a:lstStyle/>
          <a:p>
            <a:r>
              <a:rPr lang="es-CL" noProof="0" dirty="0"/>
              <a:t>Ondas </a:t>
            </a:r>
            <a:r>
              <a:rPr lang="es-CL" noProof="0" dirty="0" err="1"/>
              <a:t>tipicas</a:t>
            </a:r>
            <a:r>
              <a:rPr lang="es-CL" noProof="0" dirty="0"/>
              <a:t> </a:t>
            </a:r>
            <a:r>
              <a:rPr lang="es-CL" noProof="0" dirty="0" err="1"/>
              <a:t>buck</a:t>
            </a:r>
            <a:endParaRPr lang="es-CL" noProof="0" dirty="0"/>
          </a:p>
        </p:txBody>
      </p:sp>
      <p:pic>
        <p:nvPicPr>
          <p:cNvPr id="9" name="Content Placeholder 8">
            <a:extLst>
              <a:ext uri="{FF2B5EF4-FFF2-40B4-BE49-F238E27FC236}">
                <a16:creationId xmlns:a16="http://schemas.microsoft.com/office/drawing/2014/main" id="{8B6BD71C-86FC-D53E-3F79-56988E9EF1B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495617" y="2083840"/>
            <a:ext cx="3261091" cy="3547579"/>
          </a:xfrm>
          <a:prstGeom prst="rect">
            <a:avLst/>
          </a:prstGeom>
        </p:spPr>
      </p:pic>
      <p:sp>
        <p:nvSpPr>
          <p:cNvPr id="6" name="Slide Number Placeholder 5">
            <a:extLst>
              <a:ext uri="{FF2B5EF4-FFF2-40B4-BE49-F238E27FC236}">
                <a16:creationId xmlns:a16="http://schemas.microsoft.com/office/drawing/2014/main" id="{68D8E1D7-2DA1-08CF-FC57-FFD5FB62549B}"/>
              </a:ext>
            </a:extLst>
          </p:cNvPr>
          <p:cNvSpPr>
            <a:spLocks noGrp="1"/>
          </p:cNvSpPr>
          <p:nvPr>
            <p:ph type="sldNum" sz="quarter" idx="12"/>
          </p:nvPr>
        </p:nvSpPr>
        <p:spPr>
          <a:xfrm>
            <a:off x="9900462" y="6459788"/>
            <a:ext cx="1312025" cy="365125"/>
          </a:xfrm>
        </p:spPr>
        <p:txBody>
          <a:bodyPr anchor="ctr">
            <a:normAutofit/>
          </a:bodyPr>
          <a:lstStyle/>
          <a:p>
            <a:pPr>
              <a:lnSpc>
                <a:spcPct val="90000"/>
              </a:lnSpc>
              <a:spcAft>
                <a:spcPts val="600"/>
              </a:spcAft>
            </a:pPr>
            <a:fld id="{E1D34442-3F6B-447F-BA0A-EA6B91D9644D}" type="slidenum">
              <a:rPr lang="es-CL" sz="1900" noProof="0" smtClean="0"/>
              <a:pPr>
                <a:lnSpc>
                  <a:spcPct val="90000"/>
                </a:lnSpc>
                <a:spcAft>
                  <a:spcPts val="600"/>
                </a:spcAft>
              </a:pPr>
              <a:t>37</a:t>
            </a:fld>
            <a:endParaRPr lang="es-CL" sz="1900" noProof="0" dirty="0"/>
          </a:p>
        </p:txBody>
      </p:sp>
    </p:spTree>
    <p:extLst>
      <p:ext uri="{BB962C8B-B14F-4D97-AF65-F5344CB8AC3E}">
        <p14:creationId xmlns:p14="http://schemas.microsoft.com/office/powerpoint/2010/main" val="853816119"/>
      </p:ext>
    </p:extLst>
  </p:cSld>
  <p:clrMapOvr>
    <a:masterClrMapping/>
  </p:clrMapOvr>
</p:sld>
</file>

<file path=ppt/theme/theme1.xml><?xml version="1.0" encoding="utf-8"?>
<a:theme xmlns:a="http://schemas.openxmlformats.org/drawingml/2006/main" name="Robot">
  <a:themeElements>
    <a:clrScheme name="Custom 3">
      <a:dk1>
        <a:sysClr val="windowText" lastClr="000000"/>
      </a:dk1>
      <a:lt1>
        <a:sysClr val="window" lastClr="FFFFFF"/>
      </a:lt1>
      <a:dk2>
        <a:srgbClr val="344068"/>
      </a:dk2>
      <a:lt2>
        <a:srgbClr val="A0A0A0"/>
      </a:lt2>
      <a:accent1>
        <a:srgbClr val="E69B0A"/>
      </a:accent1>
      <a:accent2>
        <a:srgbClr val="223C6A"/>
      </a:accent2>
      <a:accent3>
        <a:srgbClr val="D21428"/>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obot" id="{1F9AD24C-AC7D-4DDB-BECB-4FAF35831E31}" vid="{C087384F-B264-4B79-8208-E1D3FD6403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Robot</Template>
  <TotalTime>5750</TotalTime>
  <Words>4848</Words>
  <Application>Microsoft Office PowerPoint</Application>
  <PresentationFormat>Widescreen</PresentationFormat>
  <Paragraphs>418</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Arial</vt:lpstr>
      <vt:lpstr>Calibri</vt:lpstr>
      <vt:lpstr>Calibri Light</vt:lpstr>
      <vt:lpstr>Cambria Math</vt:lpstr>
      <vt:lpstr>Robot</vt:lpstr>
      <vt:lpstr>Diseño, construcción e implementación de fuente de poder y sistema de monitoreo de estado para robot bípedo</vt:lpstr>
      <vt:lpstr>Motivación</vt:lpstr>
      <vt:lpstr>Proyectos B1P0</vt:lpstr>
      <vt:lpstr>Objetivos </vt:lpstr>
      <vt:lpstr>Estimación de potencia</vt:lpstr>
      <vt:lpstr>Baterías de litio</vt:lpstr>
      <vt:lpstr>Equivalente eléctrico</vt:lpstr>
      <vt:lpstr>Convertidores</vt:lpstr>
      <vt:lpstr>PowerPoint Presentation</vt:lpstr>
      <vt:lpstr>Respuesta esperada</vt:lpstr>
      <vt:lpstr>Sistema de administración de baterías (BMS)</vt:lpstr>
      <vt:lpstr>Comunicaciones I2C </vt:lpstr>
      <vt:lpstr>Diseño</vt:lpstr>
      <vt:lpstr>Administración térmica</vt:lpstr>
      <vt:lpstr>Esquemáticos</vt:lpstr>
      <vt:lpstr>PowerPoint Presentation</vt:lpstr>
      <vt:lpstr>PowerPoint Presentation</vt:lpstr>
      <vt:lpstr>Placas de circuito impreso (PCBs)</vt:lpstr>
      <vt:lpstr>Fabricación aditiva</vt:lpstr>
      <vt:lpstr>Librería MP2790</vt:lpstr>
      <vt:lpstr>Protecciones y máquina de estados (FSM)</vt:lpstr>
      <vt:lpstr>Impacto de carga</vt:lpstr>
      <vt:lpstr>Caracterización batería</vt:lpstr>
      <vt:lpstr>Termistores NTC</vt:lpstr>
      <vt:lpstr>Llave de paso</vt:lpstr>
      <vt:lpstr>Partida suave</vt:lpstr>
      <vt:lpstr>Implementación final</vt:lpstr>
      <vt:lpstr>Conclusiones</vt:lpstr>
      <vt:lpstr>B1P0 en Github</vt:lpstr>
      <vt:lpstr>Diseño, construcción e implementación de fuente de poder y sistema de monitoreo de estado para robot bípedo</vt:lpstr>
      <vt:lpstr>Lazo de control</vt:lpstr>
      <vt:lpstr>SOC</vt:lpstr>
      <vt:lpstr>Driver mos</vt:lpstr>
      <vt:lpstr>Reguladores internas monitor</vt:lpstr>
      <vt:lpstr>Conectores</vt:lpstr>
      <vt:lpstr>Sensor de corriente</vt:lpstr>
      <vt:lpstr>Ondas tipicas buck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Alonso Cristian Garrido Díaz</dc:creator>
  <cp:lastModifiedBy>Alonso Cristian Garrido Díaz</cp:lastModifiedBy>
  <cp:revision>1</cp:revision>
  <cp:lastPrinted>2026-03-26T01:43:30Z</cp:lastPrinted>
  <dcterms:created xsi:type="dcterms:W3CDTF">2026-03-17T13:26:32Z</dcterms:created>
  <dcterms:modified xsi:type="dcterms:W3CDTF">2026-03-27T16:42:35Z</dcterms:modified>
</cp:coreProperties>
</file>